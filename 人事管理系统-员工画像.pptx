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fonts/font1.fntdata" ContentType="application/x-fontdata"/>
  <Override PartName="/ppt/fonts/font10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9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handoutMasterIdLst>
    <p:handoutMasterId r:id="rId31"/>
  </p:handoutMasterIdLst>
  <p:sldIdLst>
    <p:sldId id="274" r:id="rId3"/>
    <p:sldId id="292" r:id="rId5"/>
    <p:sldId id="289" r:id="rId6"/>
    <p:sldId id="316" r:id="rId8"/>
    <p:sldId id="260" r:id="rId9"/>
    <p:sldId id="296" r:id="rId10"/>
    <p:sldId id="297" r:id="rId11"/>
    <p:sldId id="298" r:id="rId12"/>
    <p:sldId id="299" r:id="rId13"/>
    <p:sldId id="302" r:id="rId14"/>
    <p:sldId id="303" r:id="rId15"/>
    <p:sldId id="304" r:id="rId16"/>
    <p:sldId id="305" r:id="rId17"/>
    <p:sldId id="307" r:id="rId18"/>
    <p:sldId id="306" r:id="rId19"/>
    <p:sldId id="290" r:id="rId20"/>
    <p:sldId id="309" r:id="rId21"/>
    <p:sldId id="310" r:id="rId22"/>
    <p:sldId id="311" r:id="rId23"/>
    <p:sldId id="312" r:id="rId24"/>
    <p:sldId id="313" r:id="rId25"/>
    <p:sldId id="315" r:id="rId26"/>
    <p:sldId id="291" r:id="rId27"/>
    <p:sldId id="317" r:id="rId29"/>
    <p:sldId id="293" r:id="rId30"/>
  </p:sldIdLst>
  <p:sldSz cx="12192000" cy="6858000"/>
  <p:notesSz cx="6858000" cy="9144000"/>
  <p:embeddedFontLst>
    <p:embeddedFont>
      <p:font typeface="方正宝黑体 简 Medium" panose="02010600010101010101" charset="-122"/>
      <p:regular r:id="rId35"/>
    </p:embeddedFont>
    <p:embeddedFont>
      <p:font typeface="等线" panose="02010600030101010101" charset="-122"/>
      <p:regular r:id="rId36"/>
    </p:embeddedFont>
    <p:embeddedFont>
      <p:font typeface="Calibri" panose="020F0502020204030204"/>
      <p:regular r:id="rId37"/>
      <p:bold r:id="rId38"/>
      <p:italic r:id="rId39"/>
      <p:boldItalic r:id="rId40"/>
    </p:embeddedFont>
    <p:embeddedFont>
      <p:font typeface="汉仪中黑简" panose="02010600000101010101" charset="-122"/>
      <p:regular r:id="rId41"/>
    </p:embeddedFont>
    <p:embeddedFont>
      <p:font typeface="思源黑体 CN Medium" panose="02010600030101010101" charset="-122"/>
      <p:regular r:id="rId42"/>
    </p:embeddedFont>
    <p:embeddedFont>
      <p:font typeface="微软雅黑" panose="020B0503020204020204" charset="-122"/>
      <p:regular r:id="rId43"/>
    </p:embeddedFont>
    <p:embeddedFont>
      <p:font typeface="方正楷体_GB2312" panose="02000000000000000000" charset="-122"/>
      <p:regular r:id="rId44"/>
    </p:embeddedFont>
  </p:embeddedFontLst>
  <p:custDataLst>
    <p:tags r:id="rId45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方正宝黑体 简 Medium" panose="02010600010101010101" charset="-122"/>
        <a:ea typeface="方正宝黑体 简 Medium" panose="02010600010101010101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方正宝黑体 简 Medium" panose="02010600010101010101" charset="-122"/>
        <a:ea typeface="方正宝黑体 简 Medium" panose="02010600010101010101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方正宝黑体 简 Medium" panose="02010600010101010101" charset="-122"/>
        <a:ea typeface="方正宝黑体 简 Medium" panose="02010600010101010101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方正宝黑体 简 Medium" panose="02010600010101010101" charset="-122"/>
        <a:ea typeface="方正宝黑体 简 Medium" panose="02010600010101010101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方正宝黑体 简 Medium" panose="02010600010101010101" charset="-122"/>
        <a:ea typeface="方正宝黑体 简 Medium" panose="02010600010101010101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方正宝黑体 简 Medium" panose="02010600010101010101" charset="-122"/>
        <a:ea typeface="方正宝黑体 简 Medium" panose="02010600010101010101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方正宝黑体 简 Medium" panose="02010600010101010101" charset="-122"/>
        <a:ea typeface="方正宝黑体 简 Medium" panose="02010600010101010101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方正宝黑体 简 Medium" panose="02010600010101010101" charset="-122"/>
        <a:ea typeface="方正宝黑体 简 Medium" panose="02010600010101010101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方正宝黑体 简 Medium" panose="02010600010101010101" charset="-122"/>
        <a:ea typeface="方正宝黑体 简 Medium" panose="02010600010101010101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6E84A2"/>
    <a:srgbClr val="5266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 showFormatting="0"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5" Type="http://schemas.openxmlformats.org/officeDocument/2006/relationships/tags" Target="tags/tag100.xml"/><Relationship Id="rId44" Type="http://schemas.openxmlformats.org/officeDocument/2006/relationships/font" Target="fonts/font10.fntdata"/><Relationship Id="rId43" Type="http://schemas.openxmlformats.org/officeDocument/2006/relationships/font" Target="fonts/font9.fntdata"/><Relationship Id="rId42" Type="http://schemas.openxmlformats.org/officeDocument/2006/relationships/font" Target="fonts/font8.fntdata"/><Relationship Id="rId41" Type="http://schemas.openxmlformats.org/officeDocument/2006/relationships/font" Target="fonts/font7.fntdata"/><Relationship Id="rId40" Type="http://schemas.openxmlformats.org/officeDocument/2006/relationships/font" Target="fonts/font6.fntdata"/><Relationship Id="rId4" Type="http://schemas.openxmlformats.org/officeDocument/2006/relationships/notesMaster" Target="notesMasters/notesMaster1.xml"/><Relationship Id="rId39" Type="http://schemas.openxmlformats.org/officeDocument/2006/relationships/font" Target="fonts/font5.fntdata"/><Relationship Id="rId38" Type="http://schemas.openxmlformats.org/officeDocument/2006/relationships/font" Target="fonts/font4.fntdata"/><Relationship Id="rId37" Type="http://schemas.openxmlformats.org/officeDocument/2006/relationships/font" Target="fonts/font3.fntdata"/><Relationship Id="rId36" Type="http://schemas.openxmlformats.org/officeDocument/2006/relationships/font" Target="fonts/font2.fntdata"/><Relationship Id="rId35" Type="http://schemas.openxmlformats.org/officeDocument/2006/relationships/font" Target="fonts/font1.fntdata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handoutMaster" Target="handoutMasters/handoutMaster1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F9B84EA-7D68-4D60-9CB1-D50884785D1C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p>
            <a:pPr lvl="0" algn="r">
              <a:buNone/>
            </a:pPr>
            <a:fld id="{9A0DB2DC-4C9A-4742-B13C-FB6460FD3503}" type="slidenum">
              <a:rPr lang="zh-CN" altLang="en-US" sz="1200" dirty="0">
                <a:latin typeface="Calibri" panose="020F0502020204030204"/>
                <a:ea typeface="宋体" panose="02010600030101010101" pitchFamily="2" charset="-122"/>
              </a:rPr>
            </a:fld>
            <a:endParaRPr lang="zh-CN" altLang="en-US" sz="1200" dirty="0"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A70BEFF-B661-497F-AF8F-83AE9635FD0A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p>
            <a:pPr lvl="0" algn="r">
              <a:buNone/>
            </a:pPr>
            <a:fld id="{9A0DB2DC-4C9A-4742-B13C-FB6460FD3503}" type="slidenum">
              <a:rPr lang="zh-CN" altLang="en-US" sz="1200" dirty="0">
                <a:latin typeface="等线" panose="02010600030101010101" charset="-122"/>
                <a:ea typeface="等线" panose="02010600030101010101" charset="-122"/>
              </a:rPr>
            </a:fld>
            <a:endParaRPr lang="zh-CN" altLang="en-US" sz="1200" dirty="0"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0243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024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>
              <a:buNone/>
            </a:pPr>
            <a:fld id="{9A0DB2DC-4C9A-4742-B13C-FB6460FD3503}" type="slidenum">
              <a:rPr lang="zh-CN" altLang="en-US" sz="1200" dirty="0">
                <a:latin typeface="等线" panose="02010600030101010101" charset="-122"/>
                <a:ea typeface="等线" panose="02010600030101010101" charset="-122"/>
              </a:rPr>
            </a:fld>
            <a:endParaRPr lang="zh-CN" altLang="en-US" sz="1200" dirty="0"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229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229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>
              <a:buNone/>
            </a:pPr>
            <a:fld id="{9A0DB2DC-4C9A-4742-B13C-FB6460FD3503}" type="slidenum">
              <a:rPr lang="zh-CN" altLang="en-US" sz="1200" dirty="0">
                <a:latin typeface="等线" panose="02010600030101010101" charset="-122"/>
                <a:ea typeface="等线" panose="02010600030101010101" charset="-122"/>
              </a:rPr>
            </a:fld>
            <a:endParaRPr lang="zh-CN" altLang="en-US" sz="1200" dirty="0"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4339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434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>
              <a:buNone/>
            </a:pPr>
            <a:fld id="{9A0DB2DC-4C9A-4742-B13C-FB6460FD3503}" type="slidenum">
              <a:rPr lang="zh-CN" altLang="en-US" sz="1200" dirty="0">
                <a:latin typeface="等线" panose="02010600030101010101" charset="-122"/>
                <a:ea typeface="等线" panose="02010600030101010101" charset="-122"/>
              </a:rPr>
            </a:fld>
            <a:endParaRPr lang="zh-CN" altLang="en-US" sz="1200" dirty="0"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8435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843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>
              <a:buNone/>
            </a:pPr>
            <a:fld id="{9A0DB2DC-4C9A-4742-B13C-FB6460FD3503}" type="slidenum">
              <a:rPr lang="zh-CN" altLang="en-US" sz="1200" dirty="0">
                <a:latin typeface="等线" panose="02010600030101010101" charset="-122"/>
                <a:ea typeface="等线" panose="02010600030101010101" charset="-122"/>
              </a:rPr>
            </a:fld>
            <a:endParaRPr lang="zh-CN" altLang="en-US" sz="1200" dirty="0"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20483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2048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>
              <a:buNone/>
            </a:pPr>
            <a:fld id="{9A0DB2DC-4C9A-4742-B13C-FB6460FD3503}" type="slidenum">
              <a:rPr lang="zh-CN" altLang="en-US" sz="1200" dirty="0">
                <a:latin typeface="等线" panose="02010600030101010101" charset="-122"/>
                <a:ea typeface="等线" panose="02010600030101010101" charset="-122"/>
              </a:rPr>
            </a:fld>
            <a:endParaRPr lang="zh-CN" altLang="en-US" sz="1200" dirty="0"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2253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2253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>
              <a:buNone/>
            </a:pPr>
            <a:fld id="{9A0DB2DC-4C9A-4742-B13C-FB6460FD3503}" type="slidenum">
              <a:rPr lang="zh-CN" altLang="en-US" sz="1200" dirty="0">
                <a:latin typeface="等线" panose="02010600030101010101" charset="-122"/>
                <a:ea typeface="等线" panose="02010600030101010101" charset="-122"/>
              </a:rPr>
            </a:fld>
            <a:endParaRPr lang="zh-CN" altLang="en-US" sz="1200" dirty="0"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24579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2458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>
              <a:buNone/>
            </a:pPr>
            <a:fld id="{9A0DB2DC-4C9A-4742-B13C-FB6460FD3503}" type="slidenum">
              <a:rPr lang="zh-CN" altLang="en-US" sz="1200" dirty="0">
                <a:latin typeface="等线" panose="02010600030101010101" charset="-122"/>
                <a:ea typeface="等线" panose="02010600030101010101" charset="-122"/>
              </a:rPr>
            </a:fld>
            <a:endParaRPr lang="zh-CN" altLang="en-US" sz="1200" dirty="0"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26627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2662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>
              <a:buNone/>
            </a:pPr>
            <a:fld id="{9A0DB2DC-4C9A-4742-B13C-FB6460FD3503}" type="slidenum">
              <a:rPr lang="zh-CN" altLang="en-US" sz="1200" dirty="0">
                <a:latin typeface="等线" panose="02010600030101010101" charset="-122"/>
                <a:ea typeface="等线" panose="02010600030101010101" charset="-122"/>
              </a:rPr>
            </a:fld>
            <a:endParaRPr lang="zh-CN" altLang="en-US" sz="1200" dirty="0"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28675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2867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>
              <a:buNone/>
            </a:pPr>
            <a:fld id="{9A0DB2DC-4C9A-4742-B13C-FB6460FD3503}" type="slidenum">
              <a:rPr lang="zh-CN" altLang="en-US" sz="1200" dirty="0">
                <a:latin typeface="等线" panose="02010600030101010101" charset="-122"/>
                <a:ea typeface="等线" panose="02010600030101010101" charset="-122"/>
              </a:rPr>
            </a:fld>
            <a:endParaRPr lang="zh-CN" altLang="en-US" sz="1200" dirty="0"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30723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3072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>
              <a:buNone/>
            </a:pPr>
            <a:fld id="{9A0DB2DC-4C9A-4742-B13C-FB6460FD3503}" type="slidenum">
              <a:rPr lang="zh-CN" altLang="en-US" sz="1200" dirty="0">
                <a:latin typeface="等线" panose="02010600030101010101" charset="-122"/>
                <a:ea typeface="等线" panose="02010600030101010101" charset="-122"/>
              </a:rPr>
            </a:fld>
            <a:endParaRPr lang="zh-CN" altLang="en-US" sz="1200" dirty="0"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3277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327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>
              <a:buNone/>
            </a:pPr>
            <a:fld id="{9A0DB2DC-4C9A-4742-B13C-FB6460FD3503}" type="slidenum">
              <a:rPr lang="zh-CN" altLang="en-US" sz="1200" dirty="0">
                <a:latin typeface="等线" panose="02010600030101010101" charset="-122"/>
                <a:ea typeface="等线" panose="02010600030101010101" charset="-122"/>
              </a:rPr>
            </a:fld>
            <a:endParaRPr lang="zh-CN" altLang="en-US" sz="1200" dirty="0"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34819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3482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>
              <a:buNone/>
            </a:pPr>
            <a:fld id="{9A0DB2DC-4C9A-4742-B13C-FB6460FD3503}" type="slidenum">
              <a:rPr lang="zh-CN" altLang="en-US" sz="1200" dirty="0">
                <a:latin typeface="等线" panose="02010600030101010101" charset="-122"/>
                <a:ea typeface="等线" panose="02010600030101010101" charset="-122"/>
              </a:rPr>
            </a:fld>
            <a:endParaRPr lang="zh-CN" altLang="en-US" sz="1200" dirty="0"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36867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368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>
              <a:buNone/>
            </a:pPr>
            <a:fld id="{9A0DB2DC-4C9A-4742-B13C-FB6460FD3503}" type="slidenum">
              <a:rPr lang="zh-CN" altLang="en-US" sz="1200" dirty="0">
                <a:latin typeface="等线" panose="02010600030101010101" charset="-122"/>
                <a:ea typeface="等线" panose="02010600030101010101" charset="-122"/>
              </a:rPr>
            </a:fld>
            <a:endParaRPr lang="zh-CN" altLang="en-US" sz="1200" dirty="0"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38915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3891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>
              <a:buNone/>
            </a:pPr>
            <a:fld id="{9A0DB2DC-4C9A-4742-B13C-FB6460FD3503}" type="slidenum">
              <a:rPr lang="zh-CN" altLang="en-US" sz="1200" dirty="0">
                <a:latin typeface="等线" panose="02010600030101010101" charset="-122"/>
                <a:ea typeface="等线" panose="02010600030101010101" charset="-122"/>
              </a:rPr>
            </a:fld>
            <a:endParaRPr lang="zh-CN" altLang="en-US" sz="1200" dirty="0"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40963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4096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>
              <a:buNone/>
            </a:pPr>
            <a:fld id="{9A0DB2DC-4C9A-4742-B13C-FB6460FD3503}" type="slidenum">
              <a:rPr lang="zh-CN" altLang="en-US" sz="1200" dirty="0">
                <a:latin typeface="等线" panose="02010600030101010101" charset="-122"/>
                <a:ea typeface="等线" panose="02010600030101010101" charset="-122"/>
              </a:rPr>
            </a:fld>
            <a:endParaRPr lang="zh-CN" altLang="en-US" sz="1200" dirty="0"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4301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4301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>
              <a:buNone/>
            </a:pPr>
            <a:fld id="{9A0DB2DC-4C9A-4742-B13C-FB6460FD3503}" type="slidenum">
              <a:rPr lang="zh-CN" altLang="en-US" sz="1200" dirty="0">
                <a:latin typeface="等线" panose="02010600030101010101" charset="-122"/>
                <a:ea typeface="等线" panose="02010600030101010101" charset="-122"/>
              </a:rPr>
            </a:fld>
            <a:endParaRPr lang="zh-CN" altLang="en-US" sz="1200" dirty="0"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45059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4506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>
              <a:buNone/>
            </a:pPr>
            <a:fld id="{9A0DB2DC-4C9A-4742-B13C-FB6460FD3503}" type="slidenum">
              <a:rPr lang="zh-CN" altLang="en-US" sz="1200" dirty="0">
                <a:latin typeface="等线" panose="02010600030101010101" charset="-122"/>
              </a:rPr>
            </a:fld>
            <a:endParaRPr lang="zh-CN" altLang="en-US" sz="1200" dirty="0"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47107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4710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>
              <a:buNone/>
            </a:pPr>
            <a:fld id="{9A0DB2DC-4C9A-4742-B13C-FB6460FD3503}" type="slidenum">
              <a:rPr lang="zh-CN" altLang="en-US" sz="1200" dirty="0">
                <a:latin typeface="等线" panose="02010600030101010101" charset="-122"/>
              </a:rPr>
            </a:fld>
            <a:endParaRPr lang="zh-CN" altLang="en-US" sz="1200" dirty="0"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49155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4915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>
              <a:buNone/>
            </a:pPr>
            <a:fld id="{9A0DB2DC-4C9A-4742-B13C-FB6460FD3503}" type="slidenum">
              <a:rPr lang="zh-CN" altLang="en-US" sz="1200" dirty="0">
                <a:latin typeface="等线" panose="02010600030101010101" charset="-122"/>
              </a:rPr>
            </a:fld>
            <a:endParaRPr lang="zh-CN" altLang="en-US" sz="1200" dirty="0"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51203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5120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>
              <a:buNone/>
            </a:pPr>
            <a:fld id="{9A0DB2DC-4C9A-4742-B13C-FB6460FD3503}" type="slidenum">
              <a:rPr lang="zh-CN" altLang="en-US" sz="1200" dirty="0">
                <a:latin typeface="等线" panose="02010600030101010101" charset="-122"/>
              </a:rPr>
            </a:fld>
            <a:endParaRPr lang="zh-CN" altLang="en-US" sz="1200" dirty="0"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5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5325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5325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>
              <a:buNone/>
            </a:pPr>
            <a:fld id="{9A0DB2DC-4C9A-4742-B13C-FB6460FD3503}" type="slidenum">
              <a:rPr lang="zh-CN" altLang="en-US" sz="1200" dirty="0">
                <a:latin typeface="等线" panose="02010600030101010101" charset="-122"/>
              </a:rPr>
            </a:fld>
            <a:endParaRPr lang="zh-CN" altLang="en-US" sz="1200" dirty="0"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55299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5530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>
              <a:buNone/>
            </a:pPr>
            <a:fld id="{9A0DB2DC-4C9A-4742-B13C-FB6460FD3503}" type="slidenum">
              <a:rPr lang="zh-CN" altLang="en-US" sz="1200" dirty="0">
                <a:latin typeface="等线" panose="02010600030101010101" charset="-122"/>
              </a:rPr>
            </a:fld>
            <a:endParaRPr lang="zh-CN" altLang="en-US" sz="1200" dirty="0"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57347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573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>
              <a:buNone/>
            </a:pPr>
            <a:fld id="{9A0DB2DC-4C9A-4742-B13C-FB6460FD3503}" type="slidenum">
              <a:rPr lang="zh-CN" altLang="en-US" sz="1200" dirty="0">
                <a:latin typeface="等线" panose="02010600030101010101" charset="-122"/>
                <a:ea typeface="等线" panose="02010600030101010101" charset="-122"/>
              </a:rPr>
            </a:fld>
            <a:endParaRPr lang="zh-CN" altLang="en-US" sz="1200" dirty="0"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4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61443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4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>
              <a:buNone/>
            </a:pPr>
            <a:fld id="{9A0DB2DC-4C9A-4742-B13C-FB6460FD3503}" type="slidenum">
              <a:rPr lang="zh-CN" altLang="en-US" sz="1200" dirty="0">
                <a:latin typeface="等线" panose="02010600030101010101" charset="-122"/>
                <a:ea typeface="等线" panose="02010600030101010101" charset="-122"/>
              </a:rPr>
            </a:fld>
            <a:endParaRPr lang="zh-CN" altLang="en-US" sz="1200" dirty="0"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349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6349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349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>
              <a:buNone/>
            </a:pPr>
            <a:fld id="{9A0DB2DC-4C9A-4742-B13C-FB6460FD3503}" type="slidenum">
              <a:rPr lang="zh-CN" altLang="en-US" sz="1200" dirty="0">
                <a:latin typeface="等线" panose="02010600030101010101" charset="-122"/>
                <a:ea typeface="等线" panose="02010600030101010101" charset="-122"/>
              </a:rPr>
            </a:fld>
            <a:endParaRPr lang="zh-CN" altLang="en-US" sz="1200" dirty="0"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19.xml"/><Relationship Id="rId8" Type="http://schemas.openxmlformats.org/officeDocument/2006/relationships/tags" Target="../tags/tag18.xml"/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4" Type="http://schemas.openxmlformats.org/officeDocument/2006/relationships/tags" Target="../tags/tag24.xml"/><Relationship Id="rId13" Type="http://schemas.openxmlformats.org/officeDocument/2006/relationships/tags" Target="../tags/tag23.xml"/><Relationship Id="rId12" Type="http://schemas.openxmlformats.org/officeDocument/2006/relationships/tags" Target="../tags/tag22.xml"/><Relationship Id="rId11" Type="http://schemas.openxmlformats.org/officeDocument/2006/relationships/tags" Target="../tags/tag21.xml"/><Relationship Id="rId10" Type="http://schemas.openxmlformats.org/officeDocument/2006/relationships/tags" Target="../tags/tag20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5" Type="http://schemas.openxmlformats.org/officeDocument/2006/relationships/tags" Target="../tags/tag38.xml"/><Relationship Id="rId14" Type="http://schemas.openxmlformats.org/officeDocument/2006/relationships/tags" Target="../tags/tag37.xml"/><Relationship Id="rId13" Type="http://schemas.openxmlformats.org/officeDocument/2006/relationships/tags" Target="../tags/tag36.xml"/><Relationship Id="rId12" Type="http://schemas.openxmlformats.org/officeDocument/2006/relationships/tags" Target="../tags/tag35.xml"/><Relationship Id="rId11" Type="http://schemas.openxmlformats.org/officeDocument/2006/relationships/tags" Target="../tags/tag34.xml"/><Relationship Id="rId10" Type="http://schemas.openxmlformats.org/officeDocument/2006/relationships/tags" Target="../tags/tag33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10898505" y="93345"/>
            <a:ext cx="1293495" cy="1126490"/>
            <a:chOff x="10267950" y="152400"/>
            <a:chExt cx="1943100" cy="1600200"/>
          </a:xfrm>
          <a:solidFill>
            <a:schemeClr val="tx2">
              <a:lumMod val="20000"/>
              <a:lumOff val="80000"/>
              <a:alpha val="40000"/>
            </a:schemeClr>
          </a:solidFill>
        </p:grpSpPr>
        <p:sp>
          <p:nvSpPr>
            <p:cNvPr id="8" name="椭圆 7"/>
            <p:cNvSpPr/>
            <p:nvPr/>
          </p:nvSpPr>
          <p:spPr>
            <a:xfrm>
              <a:off x="10267950" y="152400"/>
              <a:ext cx="190500" cy="1905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10706100" y="161925"/>
              <a:ext cx="190500" cy="1905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11144250" y="152400"/>
              <a:ext cx="190500" cy="1905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11582400" y="152400"/>
              <a:ext cx="190500" cy="1905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12020550" y="152400"/>
              <a:ext cx="190500" cy="1905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10267950" y="495300"/>
              <a:ext cx="190500" cy="1905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10706100" y="504825"/>
              <a:ext cx="190500" cy="1905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>
              <a:off x="11144250" y="495300"/>
              <a:ext cx="190500" cy="1905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11582400" y="495300"/>
              <a:ext cx="190500" cy="1905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12020550" y="495300"/>
              <a:ext cx="190500" cy="1905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椭圆 17"/>
            <p:cNvSpPr/>
            <p:nvPr/>
          </p:nvSpPr>
          <p:spPr>
            <a:xfrm>
              <a:off x="10267950" y="847725"/>
              <a:ext cx="190500" cy="1905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椭圆 18"/>
            <p:cNvSpPr/>
            <p:nvPr/>
          </p:nvSpPr>
          <p:spPr>
            <a:xfrm>
              <a:off x="10706100" y="857250"/>
              <a:ext cx="190500" cy="1905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>
              <a:off x="11144250" y="847725"/>
              <a:ext cx="190500" cy="1905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椭圆 20"/>
            <p:cNvSpPr/>
            <p:nvPr/>
          </p:nvSpPr>
          <p:spPr>
            <a:xfrm>
              <a:off x="11582400" y="847725"/>
              <a:ext cx="190500" cy="1905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椭圆 21"/>
            <p:cNvSpPr/>
            <p:nvPr/>
          </p:nvSpPr>
          <p:spPr>
            <a:xfrm>
              <a:off x="12020550" y="847725"/>
              <a:ext cx="190500" cy="1905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10267950" y="1200150"/>
              <a:ext cx="190500" cy="1905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椭圆 23"/>
            <p:cNvSpPr/>
            <p:nvPr/>
          </p:nvSpPr>
          <p:spPr>
            <a:xfrm>
              <a:off x="10706100" y="1209675"/>
              <a:ext cx="190500" cy="1905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椭圆 24"/>
            <p:cNvSpPr/>
            <p:nvPr/>
          </p:nvSpPr>
          <p:spPr>
            <a:xfrm>
              <a:off x="11144250" y="1200150"/>
              <a:ext cx="190500" cy="1905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椭圆 25"/>
            <p:cNvSpPr/>
            <p:nvPr/>
          </p:nvSpPr>
          <p:spPr>
            <a:xfrm>
              <a:off x="11582400" y="1200150"/>
              <a:ext cx="190500" cy="1905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椭圆 26"/>
            <p:cNvSpPr/>
            <p:nvPr/>
          </p:nvSpPr>
          <p:spPr>
            <a:xfrm>
              <a:off x="12020550" y="1200150"/>
              <a:ext cx="190500" cy="1905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椭圆 27"/>
            <p:cNvSpPr/>
            <p:nvPr/>
          </p:nvSpPr>
          <p:spPr>
            <a:xfrm>
              <a:off x="12020550" y="1552575"/>
              <a:ext cx="190500" cy="1905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椭圆 28"/>
            <p:cNvSpPr/>
            <p:nvPr/>
          </p:nvSpPr>
          <p:spPr>
            <a:xfrm>
              <a:off x="11582400" y="1552575"/>
              <a:ext cx="190500" cy="1905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椭圆 29"/>
            <p:cNvSpPr/>
            <p:nvPr/>
          </p:nvSpPr>
          <p:spPr>
            <a:xfrm>
              <a:off x="11144250" y="1552575"/>
              <a:ext cx="190500" cy="1905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椭圆 30"/>
            <p:cNvSpPr/>
            <p:nvPr/>
          </p:nvSpPr>
          <p:spPr>
            <a:xfrm>
              <a:off x="10706100" y="1562100"/>
              <a:ext cx="190500" cy="1905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椭圆 31"/>
            <p:cNvSpPr/>
            <p:nvPr/>
          </p:nvSpPr>
          <p:spPr>
            <a:xfrm>
              <a:off x="10267950" y="1552575"/>
              <a:ext cx="190500" cy="1905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3" name="任意多边形: 形状 32"/>
          <p:cNvSpPr/>
          <p:nvPr/>
        </p:nvSpPr>
        <p:spPr>
          <a:xfrm>
            <a:off x="0" y="4500563"/>
            <a:ext cx="1873250" cy="2386013"/>
          </a:xfrm>
          <a:custGeom>
            <a:avLst/>
            <a:gdLst>
              <a:gd name="connsiteX0" fmla="*/ 0 w 3190875"/>
              <a:gd name="connsiteY0" fmla="*/ 0 h 3540069"/>
              <a:gd name="connsiteX1" fmla="*/ 97506 w 3190875"/>
              <a:gd name="connsiteY1" fmla="*/ 7415 h 3540069"/>
              <a:gd name="connsiteX2" fmla="*/ 3190875 w 3190875"/>
              <a:gd name="connsiteY2" fmla="*/ 3435294 h 3540069"/>
              <a:gd name="connsiteX3" fmla="*/ 3185585 w 3190875"/>
              <a:gd name="connsiteY3" fmla="*/ 3540069 h 3540069"/>
              <a:gd name="connsiteX4" fmla="*/ 1462752 w 3190875"/>
              <a:gd name="connsiteY4" fmla="*/ 3540069 h 3540069"/>
              <a:gd name="connsiteX5" fmla="*/ 1468042 w 3190875"/>
              <a:gd name="connsiteY5" fmla="*/ 3435294 h 3540069"/>
              <a:gd name="connsiteX6" fmla="*/ 92418 w 3190875"/>
              <a:gd name="connsiteY6" fmla="*/ 1747461 h 3540069"/>
              <a:gd name="connsiteX7" fmla="*/ 0 w 3190875"/>
              <a:gd name="connsiteY7" fmla="*/ 1733357 h 3540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90875" h="3540069">
                <a:moveTo>
                  <a:pt x="0" y="0"/>
                </a:moveTo>
                <a:lnTo>
                  <a:pt x="97506" y="7415"/>
                </a:lnTo>
                <a:cubicBezTo>
                  <a:pt x="1835005" y="183868"/>
                  <a:pt x="3190875" y="1651241"/>
                  <a:pt x="3190875" y="3435294"/>
                </a:cubicBezTo>
                <a:lnTo>
                  <a:pt x="3185585" y="3540069"/>
                </a:lnTo>
                <a:lnTo>
                  <a:pt x="1462752" y="3540069"/>
                </a:lnTo>
                <a:lnTo>
                  <a:pt x="1468042" y="3435294"/>
                </a:lnTo>
                <a:cubicBezTo>
                  <a:pt x="1468042" y="2602736"/>
                  <a:pt x="877485" y="1908109"/>
                  <a:pt x="92418" y="1747461"/>
                </a:cubicBezTo>
                <a:lnTo>
                  <a:pt x="0" y="1733357"/>
                </a:lnTo>
                <a:close/>
              </a:path>
            </a:pathLst>
          </a:custGeom>
          <a:solidFill>
            <a:srgbClr val="E3E7ED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D5BBCDD-FFFD-41EF-8C4E-8A30888DD65C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方正宝黑体 简 Medium" panose="02010600010101010101" charset="-122"/>
                <a:ea typeface="方正宝黑体 简 Medium" panose="0201060001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方正宝黑体 简 Medium" panose="02010600010101010101" charset="-122"/>
              <a:ea typeface="方正宝黑体 简 Medium" panose="02010600010101010101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方正宝黑体 简 Medium" panose="02010600010101010101" charset="-122"/>
              <a:ea typeface="方正宝黑体 简 Medium" panose="02010600010101010101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方正宝黑体 简 Medium" panose="02010600010101010101" charset="-122"/>
              </a:rPr>
            </a:fld>
            <a:endParaRPr lang="zh-CN" altLang="en-US" dirty="0">
              <a:latin typeface="方正宝黑体 简 Medium" panose="02010600010101010101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任意多边形: 形状 6" descr="波浪2资源 2"/>
          <p:cNvSpPr/>
          <p:nvPr userDrawn="1">
            <p:custDataLst>
              <p:tags r:id="rId2"/>
            </p:custDataLst>
          </p:nvPr>
        </p:nvSpPr>
        <p:spPr>
          <a:xfrm>
            <a:off x="6886575" y="669925"/>
            <a:ext cx="5305425" cy="6192838"/>
          </a:xfrm>
          <a:custGeom>
            <a:avLst/>
            <a:gdLst/>
            <a:ahLst/>
            <a:cxnLst>
              <a:cxn ang="0">
                <a:pos x="4946557" y="0"/>
              </a:cxn>
              <a:cxn ang="0">
                <a:pos x="5304791" y="0"/>
              </a:cxn>
              <a:cxn ang="0">
                <a:pos x="5304791" y="6192323"/>
              </a:cxn>
              <a:cxn ang="0">
                <a:pos x="0" y="6192323"/>
              </a:cxn>
              <a:cxn ang="0">
                <a:pos x="0" y="4946212"/>
              </a:cxn>
              <a:cxn ang="0">
                <a:pos x="818112" y="4128101"/>
              </a:cxn>
              <a:cxn ang="0">
                <a:pos x="1295478" y="4128101"/>
              </a:cxn>
              <a:cxn ang="0">
                <a:pos x="2064682" y="3358897"/>
              </a:cxn>
              <a:cxn ang="0">
                <a:pos x="2064682" y="2881645"/>
              </a:cxn>
              <a:cxn ang="0">
                <a:pos x="2882794" y="2063648"/>
              </a:cxn>
              <a:cxn ang="0">
                <a:pos x="3360159" y="2063648"/>
              </a:cxn>
              <a:cxn ang="0">
                <a:pos x="4129363" y="1294444"/>
              </a:cxn>
              <a:cxn ang="0">
                <a:pos x="4129363" y="818112"/>
              </a:cxn>
              <a:cxn ang="0">
                <a:pos x="4946557" y="0"/>
              </a:cxn>
            </a:cxnLst>
            <a:pathLst>
              <a:path w="5304791" h="6192323">
                <a:moveTo>
                  <a:pt x="4946557" y="0"/>
                </a:moveTo>
                <a:lnTo>
                  <a:pt x="5304791" y="0"/>
                </a:lnTo>
                <a:lnTo>
                  <a:pt x="5304791" y="6192323"/>
                </a:lnTo>
                <a:lnTo>
                  <a:pt x="0" y="6192323"/>
                </a:lnTo>
                <a:lnTo>
                  <a:pt x="0" y="4946212"/>
                </a:lnTo>
                <a:cubicBezTo>
                  <a:pt x="-63" y="4494356"/>
                  <a:pt x="366255" y="4128032"/>
                  <a:pt x="818112" y="4128101"/>
                </a:cubicBezTo>
                <a:lnTo>
                  <a:pt x="1295478" y="4128101"/>
                </a:lnTo>
                <a:cubicBezTo>
                  <a:pt x="1720296" y="4128101"/>
                  <a:pt x="2064682" y="3783715"/>
                  <a:pt x="2064682" y="3358897"/>
                </a:cubicBezTo>
                <a:lnTo>
                  <a:pt x="2064682" y="2881645"/>
                </a:lnTo>
                <a:cubicBezTo>
                  <a:pt x="2064682" y="2429836"/>
                  <a:pt x="2430984" y="2063580"/>
                  <a:pt x="2882794" y="2063648"/>
                </a:cubicBezTo>
                <a:lnTo>
                  <a:pt x="3360159" y="2063648"/>
                </a:lnTo>
                <a:cubicBezTo>
                  <a:pt x="3784978" y="2063648"/>
                  <a:pt x="4129363" y="1719263"/>
                  <a:pt x="4129363" y="1294444"/>
                </a:cubicBezTo>
                <a:lnTo>
                  <a:pt x="4129363" y="818112"/>
                </a:lnTo>
                <a:cubicBezTo>
                  <a:pt x="4129295" y="366613"/>
                  <a:pt x="4495057" y="444"/>
                  <a:pt x="4946557" y="0"/>
                </a:cubicBezTo>
                <a:close/>
              </a:path>
            </a:pathLst>
          </a:custGeom>
          <a:solidFill>
            <a:schemeClr val="accent1">
              <a:alpha val="100000"/>
            </a:schemeClr>
          </a:solidFill>
          <a:ln w="11469">
            <a:noFill/>
          </a:ln>
        </p:spPr>
        <p:txBody>
          <a:bodyPr/>
          <a:p>
            <a:endParaRPr lang="zh-CN" altLang="en-US"/>
          </a:p>
        </p:txBody>
      </p:sp>
      <p:grpSp>
        <p:nvGrpSpPr>
          <p:cNvPr id="8" name="组合 7"/>
          <p:cNvGrpSpPr/>
          <p:nvPr>
            <p:custDataLst>
              <p:tags r:id="rId3"/>
            </p:custDataLst>
          </p:nvPr>
        </p:nvGrpSpPr>
        <p:grpSpPr>
          <a:xfrm rot="5400000">
            <a:off x="1183958" y="384809"/>
            <a:ext cx="328295" cy="850901"/>
            <a:chOff x="8651" y="7205"/>
            <a:chExt cx="807" cy="2089"/>
          </a:xfrm>
          <a:solidFill>
            <a:schemeClr val="accent5"/>
          </a:solidFill>
        </p:grpSpPr>
        <p:grpSp>
          <p:nvGrpSpPr>
            <p:cNvPr id="9" name="组合 8"/>
            <p:cNvGrpSpPr/>
            <p:nvPr/>
          </p:nvGrpSpPr>
          <p:grpSpPr>
            <a:xfrm>
              <a:off x="8651" y="9115"/>
              <a:ext cx="806" cy="179"/>
              <a:chOff x="8651" y="9544"/>
              <a:chExt cx="806" cy="179"/>
            </a:xfrm>
            <a:grpFill/>
          </p:grpSpPr>
          <p:sp>
            <p:nvSpPr>
              <p:cNvPr id="19" name="椭圆 18"/>
              <p:cNvSpPr>
                <a:spLocks noChangeAspect="1"/>
              </p:cNvSpPr>
              <p:nvPr/>
            </p:nvSpPr>
            <p:spPr>
              <a:xfrm rot="5400000" flipH="1">
                <a:off x="9278" y="9544"/>
                <a:ext cx="179" cy="17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cs"/>
                  <a:sym typeface="方正宝黑体 简 Medium" panose="02010600010101010101" charset="-122"/>
                </a:endParaRPr>
              </a:p>
            </p:txBody>
          </p:sp>
          <p:sp>
            <p:nvSpPr>
              <p:cNvPr id="20" name="椭圆 19"/>
              <p:cNvSpPr>
                <a:spLocks noChangeAspect="1"/>
              </p:cNvSpPr>
              <p:nvPr/>
            </p:nvSpPr>
            <p:spPr>
              <a:xfrm rot="5400000" flipH="1">
                <a:off x="8651" y="9544"/>
                <a:ext cx="179" cy="17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cs"/>
                  <a:sym typeface="方正宝黑体 简 Medium" panose="02010600010101010101" charset="-122"/>
                </a:endParaRPr>
              </a:p>
            </p:txBody>
          </p:sp>
        </p:grpSp>
        <p:grpSp>
          <p:nvGrpSpPr>
            <p:cNvPr id="10" name="组合 9"/>
            <p:cNvGrpSpPr/>
            <p:nvPr/>
          </p:nvGrpSpPr>
          <p:grpSpPr>
            <a:xfrm>
              <a:off x="8651" y="8479"/>
              <a:ext cx="807" cy="178"/>
              <a:chOff x="8651" y="8765"/>
              <a:chExt cx="807" cy="178"/>
            </a:xfrm>
            <a:grpFill/>
          </p:grpSpPr>
          <p:sp>
            <p:nvSpPr>
              <p:cNvPr id="17" name="椭圆 16"/>
              <p:cNvSpPr>
                <a:spLocks noChangeAspect="1"/>
              </p:cNvSpPr>
              <p:nvPr/>
            </p:nvSpPr>
            <p:spPr>
              <a:xfrm rot="5400000" flipH="1">
                <a:off x="9279" y="8764"/>
                <a:ext cx="178" cy="17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cs"/>
                  <a:sym typeface="方正宝黑体 简 Medium" panose="02010600010101010101" charset="-122"/>
                </a:endParaRPr>
              </a:p>
            </p:txBody>
          </p:sp>
          <p:sp>
            <p:nvSpPr>
              <p:cNvPr id="18" name="椭圆 17"/>
              <p:cNvSpPr>
                <a:spLocks noChangeAspect="1"/>
              </p:cNvSpPr>
              <p:nvPr/>
            </p:nvSpPr>
            <p:spPr>
              <a:xfrm rot="5400000" flipH="1">
                <a:off x="8651" y="8764"/>
                <a:ext cx="178" cy="17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cs"/>
                  <a:sym typeface="方正宝黑体 简 Medium" panose="02010600010101010101" charset="-122"/>
                </a:endParaRPr>
              </a:p>
            </p:txBody>
          </p:sp>
        </p:grpSp>
        <p:grpSp>
          <p:nvGrpSpPr>
            <p:cNvPr id="11" name="组合 10"/>
            <p:cNvGrpSpPr/>
            <p:nvPr/>
          </p:nvGrpSpPr>
          <p:grpSpPr>
            <a:xfrm>
              <a:off x="8651" y="7842"/>
              <a:ext cx="807" cy="178"/>
              <a:chOff x="8651" y="7985"/>
              <a:chExt cx="807" cy="178"/>
            </a:xfrm>
            <a:grpFill/>
          </p:grpSpPr>
          <p:sp>
            <p:nvSpPr>
              <p:cNvPr id="15" name="椭圆 14"/>
              <p:cNvSpPr>
                <a:spLocks noChangeAspect="1"/>
              </p:cNvSpPr>
              <p:nvPr/>
            </p:nvSpPr>
            <p:spPr>
              <a:xfrm rot="5400000" flipH="1">
                <a:off x="9279" y="7984"/>
                <a:ext cx="178" cy="17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cs"/>
                  <a:sym typeface="方正宝黑体 简 Medium" panose="02010600010101010101" charset="-122"/>
                </a:endParaRPr>
              </a:p>
            </p:txBody>
          </p:sp>
          <p:sp>
            <p:nvSpPr>
              <p:cNvPr id="16" name="椭圆 15"/>
              <p:cNvSpPr>
                <a:spLocks noChangeAspect="1"/>
              </p:cNvSpPr>
              <p:nvPr/>
            </p:nvSpPr>
            <p:spPr>
              <a:xfrm rot="5400000" flipH="1">
                <a:off x="8651" y="7984"/>
                <a:ext cx="178" cy="17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cs"/>
                  <a:sym typeface="方正宝黑体 简 Medium" panose="02010600010101010101" charset="-122"/>
                </a:endParaRPr>
              </a:p>
            </p:txBody>
          </p:sp>
        </p:grpSp>
        <p:grpSp>
          <p:nvGrpSpPr>
            <p:cNvPr id="12" name="组合 11"/>
            <p:cNvGrpSpPr/>
            <p:nvPr/>
          </p:nvGrpSpPr>
          <p:grpSpPr>
            <a:xfrm>
              <a:off x="8651" y="7205"/>
              <a:ext cx="807" cy="178"/>
              <a:chOff x="8651" y="7205"/>
              <a:chExt cx="807" cy="178"/>
            </a:xfrm>
            <a:grpFill/>
          </p:grpSpPr>
          <p:sp>
            <p:nvSpPr>
              <p:cNvPr id="13" name="椭圆 12"/>
              <p:cNvSpPr>
                <a:spLocks noChangeAspect="1"/>
              </p:cNvSpPr>
              <p:nvPr/>
            </p:nvSpPr>
            <p:spPr>
              <a:xfrm rot="5400000" flipH="1">
                <a:off x="9279" y="7204"/>
                <a:ext cx="178" cy="17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cs"/>
                  <a:sym typeface="方正宝黑体 简 Medium" panose="02010600010101010101" charset="-122"/>
                </a:endParaRPr>
              </a:p>
            </p:txBody>
          </p:sp>
          <p:sp>
            <p:nvSpPr>
              <p:cNvPr id="14" name="椭圆 13"/>
              <p:cNvSpPr>
                <a:spLocks noChangeAspect="1"/>
              </p:cNvSpPr>
              <p:nvPr/>
            </p:nvSpPr>
            <p:spPr>
              <a:xfrm rot="5400000" flipH="1">
                <a:off x="8651" y="7204"/>
                <a:ext cx="178" cy="17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cs"/>
                  <a:sym typeface="方正宝黑体 简 Medium" panose="02010600010101010101" charset="-122"/>
                </a:endParaRPr>
              </a:p>
            </p:txBody>
          </p:sp>
        </p:grpSp>
      </p:grpSp>
      <p:grpSp>
        <p:nvGrpSpPr>
          <p:cNvPr id="3076" name="组合 20"/>
          <p:cNvGrpSpPr/>
          <p:nvPr userDrawn="1"/>
        </p:nvGrpSpPr>
        <p:grpSpPr>
          <a:xfrm>
            <a:off x="3089275" y="0"/>
            <a:ext cx="2728913" cy="1363663"/>
            <a:chOff x="3089660" y="0"/>
            <a:chExt cx="2728840" cy="1364420"/>
          </a:xfrm>
        </p:grpSpPr>
        <p:sp>
          <p:nvSpPr>
            <p:cNvPr id="22" name="任意多边形: 形状 21"/>
            <p:cNvSpPr/>
            <p:nvPr>
              <p:custDataLst>
                <p:tags r:id="rId4"/>
              </p:custDataLst>
            </p:nvPr>
          </p:nvSpPr>
          <p:spPr>
            <a:xfrm>
              <a:off x="3825125" y="0"/>
              <a:ext cx="1257910" cy="628955"/>
            </a:xfrm>
            <a:custGeom>
              <a:avLst/>
              <a:gdLst>
                <a:gd name="connsiteX0" fmla="*/ 26397 w 1257910"/>
                <a:gd name="connsiteY0" fmla="*/ 0 h 799585"/>
                <a:gd name="connsiteX1" fmla="*/ 1231513 w 1257910"/>
                <a:gd name="connsiteY1" fmla="*/ 0 h 799585"/>
                <a:gd name="connsiteX2" fmla="*/ 1245132 w 1257910"/>
                <a:gd name="connsiteY2" fmla="*/ 43874 h 799585"/>
                <a:gd name="connsiteX3" fmla="*/ 1257910 w 1257910"/>
                <a:gd name="connsiteY3" fmla="*/ 170630 h 799585"/>
                <a:gd name="connsiteX4" fmla="*/ 628955 w 1257910"/>
                <a:gd name="connsiteY4" fmla="*/ 799585 h 799585"/>
                <a:gd name="connsiteX5" fmla="*/ 0 w 1257910"/>
                <a:gd name="connsiteY5" fmla="*/ 170630 h 799585"/>
                <a:gd name="connsiteX6" fmla="*/ 12778 w 1257910"/>
                <a:gd name="connsiteY6" fmla="*/ 43874 h 799585"/>
                <a:gd name="connsiteX7" fmla="*/ 26397 w 1257910"/>
                <a:gd name="connsiteY7" fmla="*/ 0 h 799585"/>
                <a:gd name="connsiteX0-1" fmla="*/ 1231513 w 1322953"/>
                <a:gd name="connsiteY0-2" fmla="*/ 0 h 799585"/>
                <a:gd name="connsiteX1-3" fmla="*/ 1245132 w 1322953"/>
                <a:gd name="connsiteY1-4" fmla="*/ 43874 h 799585"/>
                <a:gd name="connsiteX2-5" fmla="*/ 1257910 w 1322953"/>
                <a:gd name="connsiteY2-6" fmla="*/ 170630 h 799585"/>
                <a:gd name="connsiteX3-7" fmla="*/ 628955 w 1322953"/>
                <a:gd name="connsiteY3-8" fmla="*/ 799585 h 799585"/>
                <a:gd name="connsiteX4-9" fmla="*/ 0 w 1322953"/>
                <a:gd name="connsiteY4-10" fmla="*/ 170630 h 799585"/>
                <a:gd name="connsiteX5-11" fmla="*/ 12778 w 1322953"/>
                <a:gd name="connsiteY5-12" fmla="*/ 43874 h 799585"/>
                <a:gd name="connsiteX6-13" fmla="*/ 26397 w 1322953"/>
                <a:gd name="connsiteY6-14" fmla="*/ 0 h 799585"/>
                <a:gd name="connsiteX7-15" fmla="*/ 1322953 w 1322953"/>
                <a:gd name="connsiteY7-16" fmla="*/ 91440 h 799585"/>
                <a:gd name="connsiteX0-17" fmla="*/ 1231513 w 1257910"/>
                <a:gd name="connsiteY0-18" fmla="*/ 0 h 799585"/>
                <a:gd name="connsiteX1-19" fmla="*/ 1245132 w 1257910"/>
                <a:gd name="connsiteY1-20" fmla="*/ 43874 h 799585"/>
                <a:gd name="connsiteX2-21" fmla="*/ 1257910 w 1257910"/>
                <a:gd name="connsiteY2-22" fmla="*/ 170630 h 799585"/>
                <a:gd name="connsiteX3-23" fmla="*/ 628955 w 1257910"/>
                <a:gd name="connsiteY3-24" fmla="*/ 799585 h 799585"/>
                <a:gd name="connsiteX4-25" fmla="*/ 0 w 1257910"/>
                <a:gd name="connsiteY4-26" fmla="*/ 170630 h 799585"/>
                <a:gd name="connsiteX5-27" fmla="*/ 12778 w 1257910"/>
                <a:gd name="connsiteY5-28" fmla="*/ 43874 h 799585"/>
                <a:gd name="connsiteX6-29" fmla="*/ 26397 w 1257910"/>
                <a:gd name="connsiteY6-30" fmla="*/ 0 h 799585"/>
                <a:gd name="connsiteX0-31" fmla="*/ 1245132 w 1257910"/>
                <a:gd name="connsiteY0-32" fmla="*/ 43874 h 799585"/>
                <a:gd name="connsiteX1-33" fmla="*/ 1257910 w 1257910"/>
                <a:gd name="connsiteY1-34" fmla="*/ 170630 h 799585"/>
                <a:gd name="connsiteX2-35" fmla="*/ 628955 w 1257910"/>
                <a:gd name="connsiteY2-36" fmla="*/ 799585 h 799585"/>
                <a:gd name="connsiteX3-37" fmla="*/ 0 w 1257910"/>
                <a:gd name="connsiteY3-38" fmla="*/ 170630 h 799585"/>
                <a:gd name="connsiteX4-39" fmla="*/ 12778 w 1257910"/>
                <a:gd name="connsiteY4-40" fmla="*/ 43874 h 799585"/>
                <a:gd name="connsiteX5-41" fmla="*/ 26397 w 1257910"/>
                <a:gd name="connsiteY5-42" fmla="*/ 0 h 799585"/>
                <a:gd name="connsiteX0-43" fmla="*/ 1245132 w 1257910"/>
                <a:gd name="connsiteY0-44" fmla="*/ 0 h 755711"/>
                <a:gd name="connsiteX1-45" fmla="*/ 1257910 w 1257910"/>
                <a:gd name="connsiteY1-46" fmla="*/ 126756 h 755711"/>
                <a:gd name="connsiteX2-47" fmla="*/ 628955 w 1257910"/>
                <a:gd name="connsiteY2-48" fmla="*/ 755711 h 755711"/>
                <a:gd name="connsiteX3-49" fmla="*/ 0 w 1257910"/>
                <a:gd name="connsiteY3-50" fmla="*/ 126756 h 755711"/>
                <a:gd name="connsiteX4-51" fmla="*/ 12778 w 1257910"/>
                <a:gd name="connsiteY4-52" fmla="*/ 0 h 755711"/>
                <a:gd name="connsiteX0-53" fmla="*/ 1257910 w 1257910"/>
                <a:gd name="connsiteY0-54" fmla="*/ 126756 h 755711"/>
                <a:gd name="connsiteX1-55" fmla="*/ 628955 w 1257910"/>
                <a:gd name="connsiteY1-56" fmla="*/ 755711 h 755711"/>
                <a:gd name="connsiteX2-57" fmla="*/ 0 w 1257910"/>
                <a:gd name="connsiteY2-58" fmla="*/ 126756 h 755711"/>
                <a:gd name="connsiteX3-59" fmla="*/ 12778 w 1257910"/>
                <a:gd name="connsiteY3-60" fmla="*/ 0 h 755711"/>
                <a:gd name="connsiteX0-61" fmla="*/ 1257910 w 1257910"/>
                <a:gd name="connsiteY0-62" fmla="*/ 0 h 628955"/>
                <a:gd name="connsiteX1-63" fmla="*/ 628955 w 1257910"/>
                <a:gd name="connsiteY1-64" fmla="*/ 628955 h 628955"/>
                <a:gd name="connsiteX2-65" fmla="*/ 0 w 1257910"/>
                <a:gd name="connsiteY2-66" fmla="*/ 0 h 62895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257910" h="628955">
                  <a:moveTo>
                    <a:pt x="1257910" y="0"/>
                  </a:moveTo>
                  <a:cubicBezTo>
                    <a:pt x="1257910" y="347362"/>
                    <a:pt x="976317" y="628955"/>
                    <a:pt x="628955" y="628955"/>
                  </a:cubicBezTo>
                  <a:cubicBezTo>
                    <a:pt x="281593" y="628955"/>
                    <a:pt x="0" y="347362"/>
                    <a:pt x="0" y="0"/>
                  </a:cubicBezTo>
                </a:path>
              </a:pathLst>
            </a:custGeom>
            <a:noFill/>
            <a:ln>
              <a:solidFill>
                <a:schemeClr val="accent5">
                  <a:alpha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方正宝黑体 简 Medium" panose="02010600010101010101" charset="-122"/>
                <a:ea typeface="方正宝黑体 简 Medium" panose="02010600010101010101" charset="-122"/>
                <a:cs typeface="+mn-cs"/>
                <a:sym typeface="方正宝黑体 简 Medium" panose="02010600010101010101" charset="-122"/>
              </a:endParaRPr>
            </a:p>
          </p:txBody>
        </p:sp>
        <p:sp>
          <p:nvSpPr>
            <p:cNvPr id="23" name="任意多边形: 形状 22"/>
            <p:cNvSpPr/>
            <p:nvPr>
              <p:custDataLst>
                <p:tags r:id="rId5"/>
              </p:custDataLst>
            </p:nvPr>
          </p:nvSpPr>
          <p:spPr>
            <a:xfrm>
              <a:off x="3651277" y="0"/>
              <a:ext cx="1605606" cy="802804"/>
            </a:xfrm>
            <a:custGeom>
              <a:avLst/>
              <a:gdLst>
                <a:gd name="connsiteX0" fmla="*/ 26397 w 1257910"/>
                <a:gd name="connsiteY0" fmla="*/ 0 h 799585"/>
                <a:gd name="connsiteX1" fmla="*/ 1231513 w 1257910"/>
                <a:gd name="connsiteY1" fmla="*/ 0 h 799585"/>
                <a:gd name="connsiteX2" fmla="*/ 1245132 w 1257910"/>
                <a:gd name="connsiteY2" fmla="*/ 43874 h 799585"/>
                <a:gd name="connsiteX3" fmla="*/ 1257910 w 1257910"/>
                <a:gd name="connsiteY3" fmla="*/ 170630 h 799585"/>
                <a:gd name="connsiteX4" fmla="*/ 628955 w 1257910"/>
                <a:gd name="connsiteY4" fmla="*/ 799585 h 799585"/>
                <a:gd name="connsiteX5" fmla="*/ 0 w 1257910"/>
                <a:gd name="connsiteY5" fmla="*/ 170630 h 799585"/>
                <a:gd name="connsiteX6" fmla="*/ 12778 w 1257910"/>
                <a:gd name="connsiteY6" fmla="*/ 43874 h 799585"/>
                <a:gd name="connsiteX7" fmla="*/ 26397 w 1257910"/>
                <a:gd name="connsiteY7" fmla="*/ 0 h 799585"/>
                <a:gd name="connsiteX0-1" fmla="*/ 1231513 w 1322953"/>
                <a:gd name="connsiteY0-2" fmla="*/ 0 h 799585"/>
                <a:gd name="connsiteX1-3" fmla="*/ 1245132 w 1322953"/>
                <a:gd name="connsiteY1-4" fmla="*/ 43874 h 799585"/>
                <a:gd name="connsiteX2-5" fmla="*/ 1257910 w 1322953"/>
                <a:gd name="connsiteY2-6" fmla="*/ 170630 h 799585"/>
                <a:gd name="connsiteX3-7" fmla="*/ 628955 w 1322953"/>
                <a:gd name="connsiteY3-8" fmla="*/ 799585 h 799585"/>
                <a:gd name="connsiteX4-9" fmla="*/ 0 w 1322953"/>
                <a:gd name="connsiteY4-10" fmla="*/ 170630 h 799585"/>
                <a:gd name="connsiteX5-11" fmla="*/ 12778 w 1322953"/>
                <a:gd name="connsiteY5-12" fmla="*/ 43874 h 799585"/>
                <a:gd name="connsiteX6-13" fmla="*/ 26397 w 1322953"/>
                <a:gd name="connsiteY6-14" fmla="*/ 0 h 799585"/>
                <a:gd name="connsiteX7-15" fmla="*/ 1322953 w 1322953"/>
                <a:gd name="connsiteY7-16" fmla="*/ 91440 h 799585"/>
                <a:gd name="connsiteX0-17" fmla="*/ 1231513 w 1257910"/>
                <a:gd name="connsiteY0-18" fmla="*/ 0 h 799585"/>
                <a:gd name="connsiteX1-19" fmla="*/ 1245132 w 1257910"/>
                <a:gd name="connsiteY1-20" fmla="*/ 43874 h 799585"/>
                <a:gd name="connsiteX2-21" fmla="*/ 1257910 w 1257910"/>
                <a:gd name="connsiteY2-22" fmla="*/ 170630 h 799585"/>
                <a:gd name="connsiteX3-23" fmla="*/ 628955 w 1257910"/>
                <a:gd name="connsiteY3-24" fmla="*/ 799585 h 799585"/>
                <a:gd name="connsiteX4-25" fmla="*/ 0 w 1257910"/>
                <a:gd name="connsiteY4-26" fmla="*/ 170630 h 799585"/>
                <a:gd name="connsiteX5-27" fmla="*/ 12778 w 1257910"/>
                <a:gd name="connsiteY5-28" fmla="*/ 43874 h 799585"/>
                <a:gd name="connsiteX6-29" fmla="*/ 26397 w 1257910"/>
                <a:gd name="connsiteY6-30" fmla="*/ 0 h 799585"/>
                <a:gd name="connsiteX0-31" fmla="*/ 1245132 w 1257910"/>
                <a:gd name="connsiteY0-32" fmla="*/ 43874 h 799585"/>
                <a:gd name="connsiteX1-33" fmla="*/ 1257910 w 1257910"/>
                <a:gd name="connsiteY1-34" fmla="*/ 170630 h 799585"/>
                <a:gd name="connsiteX2-35" fmla="*/ 628955 w 1257910"/>
                <a:gd name="connsiteY2-36" fmla="*/ 799585 h 799585"/>
                <a:gd name="connsiteX3-37" fmla="*/ 0 w 1257910"/>
                <a:gd name="connsiteY3-38" fmla="*/ 170630 h 799585"/>
                <a:gd name="connsiteX4-39" fmla="*/ 12778 w 1257910"/>
                <a:gd name="connsiteY4-40" fmla="*/ 43874 h 799585"/>
                <a:gd name="connsiteX5-41" fmla="*/ 26397 w 1257910"/>
                <a:gd name="connsiteY5-42" fmla="*/ 0 h 799585"/>
                <a:gd name="connsiteX0-43" fmla="*/ 1245132 w 1257910"/>
                <a:gd name="connsiteY0-44" fmla="*/ 0 h 755711"/>
                <a:gd name="connsiteX1-45" fmla="*/ 1257910 w 1257910"/>
                <a:gd name="connsiteY1-46" fmla="*/ 126756 h 755711"/>
                <a:gd name="connsiteX2-47" fmla="*/ 628955 w 1257910"/>
                <a:gd name="connsiteY2-48" fmla="*/ 755711 h 755711"/>
                <a:gd name="connsiteX3-49" fmla="*/ 0 w 1257910"/>
                <a:gd name="connsiteY3-50" fmla="*/ 126756 h 755711"/>
                <a:gd name="connsiteX4-51" fmla="*/ 12778 w 1257910"/>
                <a:gd name="connsiteY4-52" fmla="*/ 0 h 755711"/>
                <a:gd name="connsiteX0-53" fmla="*/ 1257910 w 1257910"/>
                <a:gd name="connsiteY0-54" fmla="*/ 126756 h 755711"/>
                <a:gd name="connsiteX1-55" fmla="*/ 628955 w 1257910"/>
                <a:gd name="connsiteY1-56" fmla="*/ 755711 h 755711"/>
                <a:gd name="connsiteX2-57" fmla="*/ 0 w 1257910"/>
                <a:gd name="connsiteY2-58" fmla="*/ 126756 h 755711"/>
                <a:gd name="connsiteX3-59" fmla="*/ 12778 w 1257910"/>
                <a:gd name="connsiteY3-60" fmla="*/ 0 h 755711"/>
                <a:gd name="connsiteX0-61" fmla="*/ 1257910 w 1257910"/>
                <a:gd name="connsiteY0-62" fmla="*/ 0 h 628955"/>
                <a:gd name="connsiteX1-63" fmla="*/ 628955 w 1257910"/>
                <a:gd name="connsiteY1-64" fmla="*/ 628955 h 628955"/>
                <a:gd name="connsiteX2-65" fmla="*/ 0 w 1257910"/>
                <a:gd name="connsiteY2-66" fmla="*/ 0 h 62895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257910" h="628955">
                  <a:moveTo>
                    <a:pt x="1257910" y="0"/>
                  </a:moveTo>
                  <a:cubicBezTo>
                    <a:pt x="1257910" y="347362"/>
                    <a:pt x="976317" y="628955"/>
                    <a:pt x="628955" y="628955"/>
                  </a:cubicBezTo>
                  <a:cubicBezTo>
                    <a:pt x="281593" y="628955"/>
                    <a:pt x="0" y="347362"/>
                    <a:pt x="0" y="0"/>
                  </a:cubicBezTo>
                </a:path>
              </a:pathLst>
            </a:custGeom>
            <a:noFill/>
            <a:ln>
              <a:solidFill>
                <a:schemeClr val="accent5">
                  <a:alpha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方正宝黑体 简 Medium" panose="02010600010101010101" charset="-122"/>
                <a:ea typeface="方正宝黑体 简 Medium" panose="02010600010101010101" charset="-122"/>
                <a:cs typeface="+mn-cs"/>
                <a:sym typeface="方正宝黑体 简 Medium" panose="02010600010101010101" charset="-122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方正宝黑体 简 Medium" panose="02010600010101010101" charset="-122"/>
                <a:ea typeface="方正宝黑体 简 Medium" panose="02010600010101010101" charset="-122"/>
                <a:cs typeface="+mn-cs"/>
                <a:sym typeface="方正宝黑体 简 Medium" panose="02010600010101010101" charset="-122"/>
              </a:endParaRPr>
            </a:p>
          </p:txBody>
        </p:sp>
        <p:sp>
          <p:nvSpPr>
            <p:cNvPr id="24" name="任意多边形: 形状 23"/>
            <p:cNvSpPr/>
            <p:nvPr>
              <p:custDataLst>
                <p:tags r:id="rId6"/>
              </p:custDataLst>
            </p:nvPr>
          </p:nvSpPr>
          <p:spPr>
            <a:xfrm>
              <a:off x="3483452" y="0"/>
              <a:ext cx="1941257" cy="970629"/>
            </a:xfrm>
            <a:custGeom>
              <a:avLst/>
              <a:gdLst>
                <a:gd name="connsiteX0" fmla="*/ 26397 w 1257910"/>
                <a:gd name="connsiteY0" fmla="*/ 0 h 799585"/>
                <a:gd name="connsiteX1" fmla="*/ 1231513 w 1257910"/>
                <a:gd name="connsiteY1" fmla="*/ 0 h 799585"/>
                <a:gd name="connsiteX2" fmla="*/ 1245132 w 1257910"/>
                <a:gd name="connsiteY2" fmla="*/ 43874 h 799585"/>
                <a:gd name="connsiteX3" fmla="*/ 1257910 w 1257910"/>
                <a:gd name="connsiteY3" fmla="*/ 170630 h 799585"/>
                <a:gd name="connsiteX4" fmla="*/ 628955 w 1257910"/>
                <a:gd name="connsiteY4" fmla="*/ 799585 h 799585"/>
                <a:gd name="connsiteX5" fmla="*/ 0 w 1257910"/>
                <a:gd name="connsiteY5" fmla="*/ 170630 h 799585"/>
                <a:gd name="connsiteX6" fmla="*/ 12778 w 1257910"/>
                <a:gd name="connsiteY6" fmla="*/ 43874 h 799585"/>
                <a:gd name="connsiteX7" fmla="*/ 26397 w 1257910"/>
                <a:gd name="connsiteY7" fmla="*/ 0 h 799585"/>
                <a:gd name="connsiteX0-1" fmla="*/ 1231513 w 1322953"/>
                <a:gd name="connsiteY0-2" fmla="*/ 0 h 799585"/>
                <a:gd name="connsiteX1-3" fmla="*/ 1245132 w 1322953"/>
                <a:gd name="connsiteY1-4" fmla="*/ 43874 h 799585"/>
                <a:gd name="connsiteX2-5" fmla="*/ 1257910 w 1322953"/>
                <a:gd name="connsiteY2-6" fmla="*/ 170630 h 799585"/>
                <a:gd name="connsiteX3-7" fmla="*/ 628955 w 1322953"/>
                <a:gd name="connsiteY3-8" fmla="*/ 799585 h 799585"/>
                <a:gd name="connsiteX4-9" fmla="*/ 0 w 1322953"/>
                <a:gd name="connsiteY4-10" fmla="*/ 170630 h 799585"/>
                <a:gd name="connsiteX5-11" fmla="*/ 12778 w 1322953"/>
                <a:gd name="connsiteY5-12" fmla="*/ 43874 h 799585"/>
                <a:gd name="connsiteX6-13" fmla="*/ 26397 w 1322953"/>
                <a:gd name="connsiteY6-14" fmla="*/ 0 h 799585"/>
                <a:gd name="connsiteX7-15" fmla="*/ 1322953 w 1322953"/>
                <a:gd name="connsiteY7-16" fmla="*/ 91440 h 799585"/>
                <a:gd name="connsiteX0-17" fmla="*/ 1231513 w 1257910"/>
                <a:gd name="connsiteY0-18" fmla="*/ 0 h 799585"/>
                <a:gd name="connsiteX1-19" fmla="*/ 1245132 w 1257910"/>
                <a:gd name="connsiteY1-20" fmla="*/ 43874 h 799585"/>
                <a:gd name="connsiteX2-21" fmla="*/ 1257910 w 1257910"/>
                <a:gd name="connsiteY2-22" fmla="*/ 170630 h 799585"/>
                <a:gd name="connsiteX3-23" fmla="*/ 628955 w 1257910"/>
                <a:gd name="connsiteY3-24" fmla="*/ 799585 h 799585"/>
                <a:gd name="connsiteX4-25" fmla="*/ 0 w 1257910"/>
                <a:gd name="connsiteY4-26" fmla="*/ 170630 h 799585"/>
                <a:gd name="connsiteX5-27" fmla="*/ 12778 w 1257910"/>
                <a:gd name="connsiteY5-28" fmla="*/ 43874 h 799585"/>
                <a:gd name="connsiteX6-29" fmla="*/ 26397 w 1257910"/>
                <a:gd name="connsiteY6-30" fmla="*/ 0 h 799585"/>
                <a:gd name="connsiteX0-31" fmla="*/ 1245132 w 1257910"/>
                <a:gd name="connsiteY0-32" fmla="*/ 43874 h 799585"/>
                <a:gd name="connsiteX1-33" fmla="*/ 1257910 w 1257910"/>
                <a:gd name="connsiteY1-34" fmla="*/ 170630 h 799585"/>
                <a:gd name="connsiteX2-35" fmla="*/ 628955 w 1257910"/>
                <a:gd name="connsiteY2-36" fmla="*/ 799585 h 799585"/>
                <a:gd name="connsiteX3-37" fmla="*/ 0 w 1257910"/>
                <a:gd name="connsiteY3-38" fmla="*/ 170630 h 799585"/>
                <a:gd name="connsiteX4-39" fmla="*/ 12778 w 1257910"/>
                <a:gd name="connsiteY4-40" fmla="*/ 43874 h 799585"/>
                <a:gd name="connsiteX5-41" fmla="*/ 26397 w 1257910"/>
                <a:gd name="connsiteY5-42" fmla="*/ 0 h 799585"/>
                <a:gd name="connsiteX0-43" fmla="*/ 1245132 w 1257910"/>
                <a:gd name="connsiteY0-44" fmla="*/ 0 h 755711"/>
                <a:gd name="connsiteX1-45" fmla="*/ 1257910 w 1257910"/>
                <a:gd name="connsiteY1-46" fmla="*/ 126756 h 755711"/>
                <a:gd name="connsiteX2-47" fmla="*/ 628955 w 1257910"/>
                <a:gd name="connsiteY2-48" fmla="*/ 755711 h 755711"/>
                <a:gd name="connsiteX3-49" fmla="*/ 0 w 1257910"/>
                <a:gd name="connsiteY3-50" fmla="*/ 126756 h 755711"/>
                <a:gd name="connsiteX4-51" fmla="*/ 12778 w 1257910"/>
                <a:gd name="connsiteY4-52" fmla="*/ 0 h 755711"/>
                <a:gd name="connsiteX0-53" fmla="*/ 1257910 w 1257910"/>
                <a:gd name="connsiteY0-54" fmla="*/ 126756 h 755711"/>
                <a:gd name="connsiteX1-55" fmla="*/ 628955 w 1257910"/>
                <a:gd name="connsiteY1-56" fmla="*/ 755711 h 755711"/>
                <a:gd name="connsiteX2-57" fmla="*/ 0 w 1257910"/>
                <a:gd name="connsiteY2-58" fmla="*/ 126756 h 755711"/>
                <a:gd name="connsiteX3-59" fmla="*/ 12778 w 1257910"/>
                <a:gd name="connsiteY3-60" fmla="*/ 0 h 755711"/>
                <a:gd name="connsiteX0-61" fmla="*/ 1257910 w 1257910"/>
                <a:gd name="connsiteY0-62" fmla="*/ 0 h 628955"/>
                <a:gd name="connsiteX1-63" fmla="*/ 628955 w 1257910"/>
                <a:gd name="connsiteY1-64" fmla="*/ 628955 h 628955"/>
                <a:gd name="connsiteX2-65" fmla="*/ 0 w 1257910"/>
                <a:gd name="connsiteY2-66" fmla="*/ 0 h 62895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257910" h="628955">
                  <a:moveTo>
                    <a:pt x="1257910" y="0"/>
                  </a:moveTo>
                  <a:cubicBezTo>
                    <a:pt x="1257910" y="347362"/>
                    <a:pt x="976317" y="628955"/>
                    <a:pt x="628955" y="628955"/>
                  </a:cubicBezTo>
                  <a:cubicBezTo>
                    <a:pt x="281593" y="628955"/>
                    <a:pt x="0" y="347362"/>
                    <a:pt x="0" y="0"/>
                  </a:cubicBezTo>
                </a:path>
              </a:pathLst>
            </a:custGeom>
            <a:noFill/>
            <a:ln>
              <a:solidFill>
                <a:schemeClr val="accent5">
                  <a:alpha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方正宝黑体 简 Medium" panose="02010600010101010101" charset="-122"/>
                <a:ea typeface="方正宝黑体 简 Medium" panose="02010600010101010101" charset="-122"/>
                <a:cs typeface="+mn-cs"/>
                <a:sym typeface="方正宝黑体 简 Medium" panose="02010600010101010101" charset="-122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方正宝黑体 简 Medium" panose="02010600010101010101" charset="-122"/>
                <a:ea typeface="方正宝黑体 简 Medium" panose="02010600010101010101" charset="-122"/>
                <a:cs typeface="+mn-cs"/>
                <a:sym typeface="方正宝黑体 简 Medium" panose="02010600010101010101" charset="-122"/>
              </a:endParaRPr>
            </a:p>
          </p:txBody>
        </p:sp>
        <p:sp>
          <p:nvSpPr>
            <p:cNvPr id="25" name="任意多边形: 形状 24"/>
            <p:cNvSpPr/>
            <p:nvPr>
              <p:custDataLst>
                <p:tags r:id="rId7"/>
              </p:custDataLst>
            </p:nvPr>
          </p:nvSpPr>
          <p:spPr>
            <a:xfrm>
              <a:off x="3301845" y="0"/>
              <a:ext cx="2304471" cy="1152236"/>
            </a:xfrm>
            <a:custGeom>
              <a:avLst/>
              <a:gdLst>
                <a:gd name="connsiteX0" fmla="*/ 26397 w 1257910"/>
                <a:gd name="connsiteY0" fmla="*/ 0 h 799585"/>
                <a:gd name="connsiteX1" fmla="*/ 1231513 w 1257910"/>
                <a:gd name="connsiteY1" fmla="*/ 0 h 799585"/>
                <a:gd name="connsiteX2" fmla="*/ 1245132 w 1257910"/>
                <a:gd name="connsiteY2" fmla="*/ 43874 h 799585"/>
                <a:gd name="connsiteX3" fmla="*/ 1257910 w 1257910"/>
                <a:gd name="connsiteY3" fmla="*/ 170630 h 799585"/>
                <a:gd name="connsiteX4" fmla="*/ 628955 w 1257910"/>
                <a:gd name="connsiteY4" fmla="*/ 799585 h 799585"/>
                <a:gd name="connsiteX5" fmla="*/ 0 w 1257910"/>
                <a:gd name="connsiteY5" fmla="*/ 170630 h 799585"/>
                <a:gd name="connsiteX6" fmla="*/ 12778 w 1257910"/>
                <a:gd name="connsiteY6" fmla="*/ 43874 h 799585"/>
                <a:gd name="connsiteX7" fmla="*/ 26397 w 1257910"/>
                <a:gd name="connsiteY7" fmla="*/ 0 h 799585"/>
                <a:gd name="connsiteX0-1" fmla="*/ 1231513 w 1322953"/>
                <a:gd name="connsiteY0-2" fmla="*/ 0 h 799585"/>
                <a:gd name="connsiteX1-3" fmla="*/ 1245132 w 1322953"/>
                <a:gd name="connsiteY1-4" fmla="*/ 43874 h 799585"/>
                <a:gd name="connsiteX2-5" fmla="*/ 1257910 w 1322953"/>
                <a:gd name="connsiteY2-6" fmla="*/ 170630 h 799585"/>
                <a:gd name="connsiteX3-7" fmla="*/ 628955 w 1322953"/>
                <a:gd name="connsiteY3-8" fmla="*/ 799585 h 799585"/>
                <a:gd name="connsiteX4-9" fmla="*/ 0 w 1322953"/>
                <a:gd name="connsiteY4-10" fmla="*/ 170630 h 799585"/>
                <a:gd name="connsiteX5-11" fmla="*/ 12778 w 1322953"/>
                <a:gd name="connsiteY5-12" fmla="*/ 43874 h 799585"/>
                <a:gd name="connsiteX6-13" fmla="*/ 26397 w 1322953"/>
                <a:gd name="connsiteY6-14" fmla="*/ 0 h 799585"/>
                <a:gd name="connsiteX7-15" fmla="*/ 1322953 w 1322953"/>
                <a:gd name="connsiteY7-16" fmla="*/ 91440 h 799585"/>
                <a:gd name="connsiteX0-17" fmla="*/ 1231513 w 1257910"/>
                <a:gd name="connsiteY0-18" fmla="*/ 0 h 799585"/>
                <a:gd name="connsiteX1-19" fmla="*/ 1245132 w 1257910"/>
                <a:gd name="connsiteY1-20" fmla="*/ 43874 h 799585"/>
                <a:gd name="connsiteX2-21" fmla="*/ 1257910 w 1257910"/>
                <a:gd name="connsiteY2-22" fmla="*/ 170630 h 799585"/>
                <a:gd name="connsiteX3-23" fmla="*/ 628955 w 1257910"/>
                <a:gd name="connsiteY3-24" fmla="*/ 799585 h 799585"/>
                <a:gd name="connsiteX4-25" fmla="*/ 0 w 1257910"/>
                <a:gd name="connsiteY4-26" fmla="*/ 170630 h 799585"/>
                <a:gd name="connsiteX5-27" fmla="*/ 12778 w 1257910"/>
                <a:gd name="connsiteY5-28" fmla="*/ 43874 h 799585"/>
                <a:gd name="connsiteX6-29" fmla="*/ 26397 w 1257910"/>
                <a:gd name="connsiteY6-30" fmla="*/ 0 h 799585"/>
                <a:gd name="connsiteX0-31" fmla="*/ 1245132 w 1257910"/>
                <a:gd name="connsiteY0-32" fmla="*/ 43874 h 799585"/>
                <a:gd name="connsiteX1-33" fmla="*/ 1257910 w 1257910"/>
                <a:gd name="connsiteY1-34" fmla="*/ 170630 h 799585"/>
                <a:gd name="connsiteX2-35" fmla="*/ 628955 w 1257910"/>
                <a:gd name="connsiteY2-36" fmla="*/ 799585 h 799585"/>
                <a:gd name="connsiteX3-37" fmla="*/ 0 w 1257910"/>
                <a:gd name="connsiteY3-38" fmla="*/ 170630 h 799585"/>
                <a:gd name="connsiteX4-39" fmla="*/ 12778 w 1257910"/>
                <a:gd name="connsiteY4-40" fmla="*/ 43874 h 799585"/>
                <a:gd name="connsiteX5-41" fmla="*/ 26397 w 1257910"/>
                <a:gd name="connsiteY5-42" fmla="*/ 0 h 799585"/>
                <a:gd name="connsiteX0-43" fmla="*/ 1245132 w 1257910"/>
                <a:gd name="connsiteY0-44" fmla="*/ 0 h 755711"/>
                <a:gd name="connsiteX1-45" fmla="*/ 1257910 w 1257910"/>
                <a:gd name="connsiteY1-46" fmla="*/ 126756 h 755711"/>
                <a:gd name="connsiteX2-47" fmla="*/ 628955 w 1257910"/>
                <a:gd name="connsiteY2-48" fmla="*/ 755711 h 755711"/>
                <a:gd name="connsiteX3-49" fmla="*/ 0 w 1257910"/>
                <a:gd name="connsiteY3-50" fmla="*/ 126756 h 755711"/>
                <a:gd name="connsiteX4-51" fmla="*/ 12778 w 1257910"/>
                <a:gd name="connsiteY4-52" fmla="*/ 0 h 755711"/>
                <a:gd name="connsiteX0-53" fmla="*/ 1257910 w 1257910"/>
                <a:gd name="connsiteY0-54" fmla="*/ 126756 h 755711"/>
                <a:gd name="connsiteX1-55" fmla="*/ 628955 w 1257910"/>
                <a:gd name="connsiteY1-56" fmla="*/ 755711 h 755711"/>
                <a:gd name="connsiteX2-57" fmla="*/ 0 w 1257910"/>
                <a:gd name="connsiteY2-58" fmla="*/ 126756 h 755711"/>
                <a:gd name="connsiteX3-59" fmla="*/ 12778 w 1257910"/>
                <a:gd name="connsiteY3-60" fmla="*/ 0 h 755711"/>
                <a:gd name="connsiteX0-61" fmla="*/ 1257910 w 1257910"/>
                <a:gd name="connsiteY0-62" fmla="*/ 0 h 628955"/>
                <a:gd name="connsiteX1-63" fmla="*/ 628955 w 1257910"/>
                <a:gd name="connsiteY1-64" fmla="*/ 628955 h 628955"/>
                <a:gd name="connsiteX2-65" fmla="*/ 0 w 1257910"/>
                <a:gd name="connsiteY2-66" fmla="*/ 0 h 62895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257910" h="628955">
                  <a:moveTo>
                    <a:pt x="1257910" y="0"/>
                  </a:moveTo>
                  <a:cubicBezTo>
                    <a:pt x="1257910" y="347362"/>
                    <a:pt x="976317" y="628955"/>
                    <a:pt x="628955" y="628955"/>
                  </a:cubicBezTo>
                  <a:cubicBezTo>
                    <a:pt x="281593" y="628955"/>
                    <a:pt x="0" y="347362"/>
                    <a:pt x="0" y="0"/>
                  </a:cubicBezTo>
                </a:path>
              </a:pathLst>
            </a:custGeom>
            <a:noFill/>
            <a:ln>
              <a:solidFill>
                <a:schemeClr val="accent5">
                  <a:alpha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方正宝黑体 简 Medium" panose="02010600010101010101" charset="-122"/>
                <a:ea typeface="方正宝黑体 简 Medium" panose="02010600010101010101" charset="-122"/>
                <a:cs typeface="+mn-cs"/>
                <a:sym typeface="方正宝黑体 简 Medium" panose="02010600010101010101" charset="-122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方正宝黑体 简 Medium" panose="02010600010101010101" charset="-122"/>
                <a:ea typeface="方正宝黑体 简 Medium" panose="02010600010101010101" charset="-122"/>
                <a:cs typeface="+mn-cs"/>
                <a:sym typeface="方正宝黑体 简 Medium" panose="02010600010101010101" charset="-122"/>
              </a:endParaRPr>
            </a:p>
          </p:txBody>
        </p:sp>
        <p:sp>
          <p:nvSpPr>
            <p:cNvPr id="26" name="任意多边形: 形状 25"/>
            <p:cNvSpPr/>
            <p:nvPr>
              <p:custDataLst>
                <p:tags r:id="rId8"/>
              </p:custDataLst>
            </p:nvPr>
          </p:nvSpPr>
          <p:spPr>
            <a:xfrm>
              <a:off x="3089660" y="0"/>
              <a:ext cx="2728840" cy="1364420"/>
            </a:xfrm>
            <a:custGeom>
              <a:avLst/>
              <a:gdLst>
                <a:gd name="connsiteX0" fmla="*/ 26397 w 1257910"/>
                <a:gd name="connsiteY0" fmla="*/ 0 h 799585"/>
                <a:gd name="connsiteX1" fmla="*/ 1231513 w 1257910"/>
                <a:gd name="connsiteY1" fmla="*/ 0 h 799585"/>
                <a:gd name="connsiteX2" fmla="*/ 1245132 w 1257910"/>
                <a:gd name="connsiteY2" fmla="*/ 43874 h 799585"/>
                <a:gd name="connsiteX3" fmla="*/ 1257910 w 1257910"/>
                <a:gd name="connsiteY3" fmla="*/ 170630 h 799585"/>
                <a:gd name="connsiteX4" fmla="*/ 628955 w 1257910"/>
                <a:gd name="connsiteY4" fmla="*/ 799585 h 799585"/>
                <a:gd name="connsiteX5" fmla="*/ 0 w 1257910"/>
                <a:gd name="connsiteY5" fmla="*/ 170630 h 799585"/>
                <a:gd name="connsiteX6" fmla="*/ 12778 w 1257910"/>
                <a:gd name="connsiteY6" fmla="*/ 43874 h 799585"/>
                <a:gd name="connsiteX7" fmla="*/ 26397 w 1257910"/>
                <a:gd name="connsiteY7" fmla="*/ 0 h 799585"/>
                <a:gd name="connsiteX0-1" fmla="*/ 1231513 w 1322953"/>
                <a:gd name="connsiteY0-2" fmla="*/ 0 h 799585"/>
                <a:gd name="connsiteX1-3" fmla="*/ 1245132 w 1322953"/>
                <a:gd name="connsiteY1-4" fmla="*/ 43874 h 799585"/>
                <a:gd name="connsiteX2-5" fmla="*/ 1257910 w 1322953"/>
                <a:gd name="connsiteY2-6" fmla="*/ 170630 h 799585"/>
                <a:gd name="connsiteX3-7" fmla="*/ 628955 w 1322953"/>
                <a:gd name="connsiteY3-8" fmla="*/ 799585 h 799585"/>
                <a:gd name="connsiteX4-9" fmla="*/ 0 w 1322953"/>
                <a:gd name="connsiteY4-10" fmla="*/ 170630 h 799585"/>
                <a:gd name="connsiteX5-11" fmla="*/ 12778 w 1322953"/>
                <a:gd name="connsiteY5-12" fmla="*/ 43874 h 799585"/>
                <a:gd name="connsiteX6-13" fmla="*/ 26397 w 1322953"/>
                <a:gd name="connsiteY6-14" fmla="*/ 0 h 799585"/>
                <a:gd name="connsiteX7-15" fmla="*/ 1322953 w 1322953"/>
                <a:gd name="connsiteY7-16" fmla="*/ 91440 h 799585"/>
                <a:gd name="connsiteX0-17" fmla="*/ 1231513 w 1257910"/>
                <a:gd name="connsiteY0-18" fmla="*/ 0 h 799585"/>
                <a:gd name="connsiteX1-19" fmla="*/ 1245132 w 1257910"/>
                <a:gd name="connsiteY1-20" fmla="*/ 43874 h 799585"/>
                <a:gd name="connsiteX2-21" fmla="*/ 1257910 w 1257910"/>
                <a:gd name="connsiteY2-22" fmla="*/ 170630 h 799585"/>
                <a:gd name="connsiteX3-23" fmla="*/ 628955 w 1257910"/>
                <a:gd name="connsiteY3-24" fmla="*/ 799585 h 799585"/>
                <a:gd name="connsiteX4-25" fmla="*/ 0 w 1257910"/>
                <a:gd name="connsiteY4-26" fmla="*/ 170630 h 799585"/>
                <a:gd name="connsiteX5-27" fmla="*/ 12778 w 1257910"/>
                <a:gd name="connsiteY5-28" fmla="*/ 43874 h 799585"/>
                <a:gd name="connsiteX6-29" fmla="*/ 26397 w 1257910"/>
                <a:gd name="connsiteY6-30" fmla="*/ 0 h 799585"/>
                <a:gd name="connsiteX0-31" fmla="*/ 1245132 w 1257910"/>
                <a:gd name="connsiteY0-32" fmla="*/ 43874 h 799585"/>
                <a:gd name="connsiteX1-33" fmla="*/ 1257910 w 1257910"/>
                <a:gd name="connsiteY1-34" fmla="*/ 170630 h 799585"/>
                <a:gd name="connsiteX2-35" fmla="*/ 628955 w 1257910"/>
                <a:gd name="connsiteY2-36" fmla="*/ 799585 h 799585"/>
                <a:gd name="connsiteX3-37" fmla="*/ 0 w 1257910"/>
                <a:gd name="connsiteY3-38" fmla="*/ 170630 h 799585"/>
                <a:gd name="connsiteX4-39" fmla="*/ 12778 w 1257910"/>
                <a:gd name="connsiteY4-40" fmla="*/ 43874 h 799585"/>
                <a:gd name="connsiteX5-41" fmla="*/ 26397 w 1257910"/>
                <a:gd name="connsiteY5-42" fmla="*/ 0 h 799585"/>
                <a:gd name="connsiteX0-43" fmla="*/ 1245132 w 1257910"/>
                <a:gd name="connsiteY0-44" fmla="*/ 0 h 755711"/>
                <a:gd name="connsiteX1-45" fmla="*/ 1257910 w 1257910"/>
                <a:gd name="connsiteY1-46" fmla="*/ 126756 h 755711"/>
                <a:gd name="connsiteX2-47" fmla="*/ 628955 w 1257910"/>
                <a:gd name="connsiteY2-48" fmla="*/ 755711 h 755711"/>
                <a:gd name="connsiteX3-49" fmla="*/ 0 w 1257910"/>
                <a:gd name="connsiteY3-50" fmla="*/ 126756 h 755711"/>
                <a:gd name="connsiteX4-51" fmla="*/ 12778 w 1257910"/>
                <a:gd name="connsiteY4-52" fmla="*/ 0 h 755711"/>
                <a:gd name="connsiteX0-53" fmla="*/ 1257910 w 1257910"/>
                <a:gd name="connsiteY0-54" fmla="*/ 126756 h 755711"/>
                <a:gd name="connsiteX1-55" fmla="*/ 628955 w 1257910"/>
                <a:gd name="connsiteY1-56" fmla="*/ 755711 h 755711"/>
                <a:gd name="connsiteX2-57" fmla="*/ 0 w 1257910"/>
                <a:gd name="connsiteY2-58" fmla="*/ 126756 h 755711"/>
                <a:gd name="connsiteX3-59" fmla="*/ 12778 w 1257910"/>
                <a:gd name="connsiteY3-60" fmla="*/ 0 h 755711"/>
                <a:gd name="connsiteX0-61" fmla="*/ 1257910 w 1257910"/>
                <a:gd name="connsiteY0-62" fmla="*/ 0 h 628955"/>
                <a:gd name="connsiteX1-63" fmla="*/ 628955 w 1257910"/>
                <a:gd name="connsiteY1-64" fmla="*/ 628955 h 628955"/>
                <a:gd name="connsiteX2-65" fmla="*/ 0 w 1257910"/>
                <a:gd name="connsiteY2-66" fmla="*/ 0 h 62895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257910" h="628955">
                  <a:moveTo>
                    <a:pt x="1257910" y="0"/>
                  </a:moveTo>
                  <a:cubicBezTo>
                    <a:pt x="1257910" y="347362"/>
                    <a:pt x="976317" y="628955"/>
                    <a:pt x="628955" y="628955"/>
                  </a:cubicBezTo>
                  <a:cubicBezTo>
                    <a:pt x="281593" y="628955"/>
                    <a:pt x="0" y="347362"/>
                    <a:pt x="0" y="0"/>
                  </a:cubicBezTo>
                </a:path>
              </a:pathLst>
            </a:custGeom>
            <a:noFill/>
            <a:ln>
              <a:solidFill>
                <a:schemeClr val="accent5">
                  <a:alpha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方正宝黑体 简 Medium" panose="02010600010101010101" charset="-122"/>
                <a:ea typeface="方正宝黑体 简 Medium" panose="02010600010101010101" charset="-122"/>
                <a:cs typeface="+mn-cs"/>
                <a:sym typeface="方正宝黑体 简 Medium" panose="02010600010101010101" charset="-122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方正宝黑体 简 Medium" panose="02010600010101010101" charset="-122"/>
                <a:ea typeface="方正宝黑体 简 Medium" panose="02010600010101010101" charset="-122"/>
                <a:cs typeface="+mn-cs"/>
                <a:sym typeface="方正宝黑体 简 Medium" panose="02010600010101010101" charset="-122"/>
              </a:endParaRPr>
            </a:p>
          </p:txBody>
        </p:sp>
      </p:grpSp>
      <p:sp>
        <p:nvSpPr>
          <p:cNvPr id="3077" name="任意多边形: 形状 26" descr="波浪1资源 1"/>
          <p:cNvSpPr/>
          <p:nvPr userDrawn="1">
            <p:custDataLst>
              <p:tags r:id="rId9"/>
            </p:custDataLst>
          </p:nvPr>
        </p:nvSpPr>
        <p:spPr>
          <a:xfrm>
            <a:off x="9172575" y="2862263"/>
            <a:ext cx="3019425" cy="3994150"/>
          </a:xfrm>
          <a:custGeom>
            <a:avLst/>
            <a:gdLst/>
            <a:ahLst/>
            <a:cxnLst>
              <a:cxn ang="0">
                <a:pos x="3019425" y="0"/>
              </a:cxn>
              <a:cxn ang="0">
                <a:pos x="3019425" y="3993396"/>
              </a:cxn>
              <a:cxn ang="0">
                <a:pos x="0" y="3993396"/>
              </a:cxn>
              <a:cxn ang="0">
                <a:pos x="0" y="3117146"/>
              </a:cxn>
              <a:cxn ang="0">
                <a:pos x="460299" y="2656847"/>
              </a:cxn>
              <a:cxn ang="0">
                <a:pos x="876250" y="2656847"/>
              </a:cxn>
              <a:cxn ang="0">
                <a:pos x="1336549" y="2196783"/>
              </a:cxn>
              <a:cxn ang="0">
                <a:pos x="1336549" y="2196666"/>
              </a:cxn>
              <a:cxn ang="0">
                <a:pos x="1336549" y="1780714"/>
              </a:cxn>
              <a:cxn ang="0">
                <a:pos x="1796731" y="1320415"/>
              </a:cxn>
              <a:cxn ang="0">
                <a:pos x="2212800" y="1320415"/>
              </a:cxn>
              <a:cxn ang="0">
                <a:pos x="2672981" y="860234"/>
              </a:cxn>
              <a:cxn ang="0">
                <a:pos x="2672981" y="860116"/>
              </a:cxn>
              <a:cxn ang="0">
                <a:pos x="2672981" y="444400"/>
              </a:cxn>
              <a:cxn ang="0">
                <a:pos x="2954111" y="20274"/>
              </a:cxn>
              <a:cxn ang="0">
                <a:pos x="3019425" y="0"/>
              </a:cxn>
            </a:cxnLst>
            <a:pathLst>
              <a:path w="3019425" h="3993396">
                <a:moveTo>
                  <a:pt x="3019425" y="0"/>
                </a:moveTo>
                <a:lnTo>
                  <a:pt x="3019425" y="3993396"/>
                </a:lnTo>
                <a:lnTo>
                  <a:pt x="0" y="3993396"/>
                </a:lnTo>
                <a:lnTo>
                  <a:pt x="0" y="3117146"/>
                </a:lnTo>
                <a:cubicBezTo>
                  <a:pt x="0" y="2862930"/>
                  <a:pt x="206083" y="2656847"/>
                  <a:pt x="460299" y="2656847"/>
                </a:cubicBezTo>
                <a:lnTo>
                  <a:pt x="876250" y="2656847"/>
                </a:lnTo>
                <a:cubicBezTo>
                  <a:pt x="1130402" y="2656912"/>
                  <a:pt x="1336484" y="2450934"/>
                  <a:pt x="1336549" y="2196783"/>
                </a:cubicBezTo>
                <a:cubicBezTo>
                  <a:pt x="1336549" y="2196744"/>
                  <a:pt x="1336549" y="2196705"/>
                  <a:pt x="1336549" y="2196666"/>
                </a:cubicBezTo>
                <a:lnTo>
                  <a:pt x="1336549" y="1780714"/>
                </a:lnTo>
                <a:cubicBezTo>
                  <a:pt x="1336549" y="1526544"/>
                  <a:pt x="1542561" y="1320480"/>
                  <a:pt x="1796731" y="1320415"/>
                </a:cubicBezTo>
                <a:lnTo>
                  <a:pt x="2212800" y="1320415"/>
                </a:lnTo>
                <a:cubicBezTo>
                  <a:pt x="2466951" y="1320415"/>
                  <a:pt x="2672981" y="1114385"/>
                  <a:pt x="2672981" y="860234"/>
                </a:cubicBezTo>
                <a:cubicBezTo>
                  <a:pt x="2672981" y="860195"/>
                  <a:pt x="2672981" y="860155"/>
                  <a:pt x="2672981" y="860116"/>
                </a:cubicBezTo>
                <a:lnTo>
                  <a:pt x="2672981" y="444400"/>
                </a:lnTo>
                <a:cubicBezTo>
                  <a:pt x="2672981" y="253738"/>
                  <a:pt x="2788903" y="90151"/>
                  <a:pt x="2954111" y="20274"/>
                </a:cubicBezTo>
                <a:lnTo>
                  <a:pt x="3019425" y="0"/>
                </a:lnTo>
                <a:close/>
              </a:path>
            </a:pathLst>
          </a:custGeom>
          <a:solidFill>
            <a:schemeClr val="tx2">
              <a:alpha val="100000"/>
            </a:schemeClr>
          </a:solidFill>
          <a:ln w="11760">
            <a:noFill/>
          </a:ln>
        </p:spPr>
        <p:txBody>
          <a:bodyPr/>
          <a:p>
            <a:endParaRPr lang="zh-CN" altLang="en-US"/>
          </a:p>
        </p:txBody>
      </p:sp>
      <p:grpSp>
        <p:nvGrpSpPr>
          <p:cNvPr id="28" name="组合 27"/>
          <p:cNvGrpSpPr/>
          <p:nvPr>
            <p:custDataLst>
              <p:tags r:id="rId10"/>
            </p:custDataLst>
          </p:nvPr>
        </p:nvGrpSpPr>
        <p:grpSpPr>
          <a:xfrm rot="5400000">
            <a:off x="1230948" y="5691505"/>
            <a:ext cx="328295" cy="850899"/>
            <a:chOff x="8651" y="7205"/>
            <a:chExt cx="807" cy="2089"/>
          </a:xfrm>
          <a:solidFill>
            <a:schemeClr val="accent5"/>
          </a:solidFill>
        </p:grpSpPr>
        <p:grpSp>
          <p:nvGrpSpPr>
            <p:cNvPr id="29" name="组合 28"/>
            <p:cNvGrpSpPr/>
            <p:nvPr/>
          </p:nvGrpSpPr>
          <p:grpSpPr>
            <a:xfrm>
              <a:off x="8651" y="9115"/>
              <a:ext cx="806" cy="179"/>
              <a:chOff x="8651" y="9544"/>
              <a:chExt cx="806" cy="179"/>
            </a:xfrm>
            <a:grpFill/>
          </p:grpSpPr>
          <p:sp>
            <p:nvSpPr>
              <p:cNvPr id="39" name="椭圆 38"/>
              <p:cNvSpPr>
                <a:spLocks noChangeAspect="1"/>
              </p:cNvSpPr>
              <p:nvPr/>
            </p:nvSpPr>
            <p:spPr>
              <a:xfrm rot="5400000" flipH="1">
                <a:off x="9278" y="9544"/>
                <a:ext cx="179" cy="17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cs"/>
                  <a:sym typeface="方正宝黑体 简 Medium" panose="02010600010101010101" charset="-122"/>
                </a:endParaRPr>
              </a:p>
            </p:txBody>
          </p:sp>
          <p:sp>
            <p:nvSpPr>
              <p:cNvPr id="40" name="椭圆 39"/>
              <p:cNvSpPr>
                <a:spLocks noChangeAspect="1"/>
              </p:cNvSpPr>
              <p:nvPr/>
            </p:nvSpPr>
            <p:spPr>
              <a:xfrm rot="5400000" flipH="1">
                <a:off x="8651" y="9544"/>
                <a:ext cx="179" cy="17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cs"/>
                  <a:sym typeface="方正宝黑体 简 Medium" panose="02010600010101010101" charset="-122"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>
              <a:off x="8651" y="8479"/>
              <a:ext cx="807" cy="178"/>
              <a:chOff x="8651" y="8765"/>
              <a:chExt cx="807" cy="178"/>
            </a:xfrm>
            <a:grpFill/>
          </p:grpSpPr>
          <p:sp>
            <p:nvSpPr>
              <p:cNvPr id="37" name="椭圆 36"/>
              <p:cNvSpPr>
                <a:spLocks noChangeAspect="1"/>
              </p:cNvSpPr>
              <p:nvPr/>
            </p:nvSpPr>
            <p:spPr>
              <a:xfrm rot="5400000" flipH="1">
                <a:off x="9279" y="8764"/>
                <a:ext cx="178" cy="17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cs"/>
                  <a:sym typeface="方正宝黑体 简 Medium" panose="02010600010101010101" charset="-122"/>
                </a:endParaRPr>
              </a:p>
            </p:txBody>
          </p:sp>
          <p:sp>
            <p:nvSpPr>
              <p:cNvPr id="38" name="椭圆 37"/>
              <p:cNvSpPr>
                <a:spLocks noChangeAspect="1"/>
              </p:cNvSpPr>
              <p:nvPr/>
            </p:nvSpPr>
            <p:spPr>
              <a:xfrm rot="5400000" flipH="1">
                <a:off x="8651" y="8764"/>
                <a:ext cx="178" cy="17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cs"/>
                  <a:sym typeface="方正宝黑体 简 Medium" panose="02010600010101010101" charset="-122"/>
                </a:endParaRPr>
              </a:p>
            </p:txBody>
          </p:sp>
        </p:grpSp>
        <p:grpSp>
          <p:nvGrpSpPr>
            <p:cNvPr id="31" name="组合 30"/>
            <p:cNvGrpSpPr/>
            <p:nvPr/>
          </p:nvGrpSpPr>
          <p:grpSpPr>
            <a:xfrm>
              <a:off x="8651" y="7842"/>
              <a:ext cx="807" cy="178"/>
              <a:chOff x="8651" y="7985"/>
              <a:chExt cx="807" cy="178"/>
            </a:xfrm>
            <a:grpFill/>
          </p:grpSpPr>
          <p:sp>
            <p:nvSpPr>
              <p:cNvPr id="35" name="椭圆 34"/>
              <p:cNvSpPr>
                <a:spLocks noChangeAspect="1"/>
              </p:cNvSpPr>
              <p:nvPr/>
            </p:nvSpPr>
            <p:spPr>
              <a:xfrm rot="5400000" flipH="1">
                <a:off x="9279" y="7984"/>
                <a:ext cx="178" cy="17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cs"/>
                  <a:sym typeface="方正宝黑体 简 Medium" panose="02010600010101010101" charset="-122"/>
                </a:endParaRPr>
              </a:p>
            </p:txBody>
          </p:sp>
          <p:sp>
            <p:nvSpPr>
              <p:cNvPr id="36" name="椭圆 35"/>
              <p:cNvSpPr>
                <a:spLocks noChangeAspect="1"/>
              </p:cNvSpPr>
              <p:nvPr/>
            </p:nvSpPr>
            <p:spPr>
              <a:xfrm rot="5400000" flipH="1">
                <a:off x="8651" y="7984"/>
                <a:ext cx="178" cy="17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cs"/>
                  <a:sym typeface="方正宝黑体 简 Medium" panose="02010600010101010101" charset="-122"/>
                </a:endParaRPr>
              </a:p>
            </p:txBody>
          </p:sp>
        </p:grpSp>
        <p:grpSp>
          <p:nvGrpSpPr>
            <p:cNvPr id="32" name="组合 31"/>
            <p:cNvGrpSpPr/>
            <p:nvPr/>
          </p:nvGrpSpPr>
          <p:grpSpPr>
            <a:xfrm>
              <a:off x="8651" y="7205"/>
              <a:ext cx="807" cy="178"/>
              <a:chOff x="8651" y="7205"/>
              <a:chExt cx="807" cy="178"/>
            </a:xfrm>
            <a:grpFill/>
          </p:grpSpPr>
          <p:sp>
            <p:nvSpPr>
              <p:cNvPr id="33" name="椭圆 32"/>
              <p:cNvSpPr>
                <a:spLocks noChangeAspect="1"/>
              </p:cNvSpPr>
              <p:nvPr/>
            </p:nvSpPr>
            <p:spPr>
              <a:xfrm rot="5400000" flipH="1">
                <a:off x="9279" y="7204"/>
                <a:ext cx="178" cy="17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cs"/>
                  <a:sym typeface="方正宝黑体 简 Medium" panose="02010600010101010101" charset="-122"/>
                </a:endParaRPr>
              </a:p>
            </p:txBody>
          </p:sp>
          <p:sp>
            <p:nvSpPr>
              <p:cNvPr id="34" name="椭圆 33"/>
              <p:cNvSpPr>
                <a:spLocks noChangeAspect="1"/>
              </p:cNvSpPr>
              <p:nvPr/>
            </p:nvSpPr>
            <p:spPr>
              <a:xfrm rot="5400000" flipH="1">
                <a:off x="8651" y="7204"/>
                <a:ext cx="178" cy="17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cs"/>
                  <a:sym typeface="方正宝黑体 简 Medium" panose="02010600010101010101" charset="-122"/>
                </a:endParaRPr>
              </a:p>
            </p:txBody>
          </p:sp>
        </p:grpSp>
      </p:grpSp>
      <p:sp>
        <p:nvSpPr>
          <p:cNvPr id="41" name="文本框 40"/>
          <p:cNvSpPr txBox="1"/>
          <p:nvPr>
            <p:custDataLst>
              <p:tags r:id="rId11"/>
            </p:custDataLst>
          </p:nvPr>
        </p:nvSpPr>
        <p:spPr>
          <a:xfrm>
            <a:off x="3847790" y="770284"/>
            <a:ext cx="2802566" cy="5539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alpha val="20000"/>
                  </a:schemeClr>
                </a:solidFill>
                <a:effectLst/>
                <a:uLnTx/>
                <a:uFillTx/>
                <a:latin typeface="方正宝黑体 简 Medium" panose="02010600010101010101" charset="-122"/>
                <a:ea typeface="方正宝黑体 简 Medium" panose="02010600010101010101" charset="-122"/>
                <a:cs typeface="+mn-cs"/>
                <a:sym typeface="方正宝黑体 简 Medium" panose="02010600010101010101" charset="-122"/>
              </a:rPr>
              <a:t>CONTENTS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alpha val="20000"/>
                </a:schemeClr>
              </a:solidFill>
              <a:effectLst/>
              <a:uLnTx/>
              <a:uFillTx/>
              <a:latin typeface="方正宝黑体 简 Medium" panose="02010600010101010101" charset="-122"/>
              <a:ea typeface="方正宝黑体 简 Medium" panose="02010600010101010101" charset="-122"/>
              <a:cs typeface="+mn-cs"/>
              <a:sym typeface="方正宝黑体 简 Medium" panose="02010600010101010101" charset="-122"/>
            </a:endParaRPr>
          </a:p>
        </p:txBody>
      </p:sp>
      <p:sp>
        <p:nvSpPr>
          <p:cNvPr id="3080" name="文本框 41"/>
          <p:cNvSpPr txBox="1"/>
          <p:nvPr userDrawn="1">
            <p:custDataLst>
              <p:tags r:id="rId12"/>
            </p:custDataLst>
          </p:nvPr>
        </p:nvSpPr>
        <p:spPr>
          <a:xfrm>
            <a:off x="3846513" y="971550"/>
            <a:ext cx="2673350" cy="1354138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 algn="dist" eaLnBrk="1" hangingPunct="1">
              <a:buNone/>
            </a:pPr>
            <a:r>
              <a:rPr lang="zh-CN" altLang="en-US" sz="8800" dirty="0">
                <a:solidFill>
                  <a:schemeClr val="accent1"/>
                </a:solidFill>
                <a:latin typeface="方正宝黑体 简 Medium" panose="02010600010101010101" charset="-122"/>
                <a:sym typeface="方正宝黑体 简 Medium" panose="02010600010101010101" charset="-122"/>
              </a:rPr>
              <a:t>目录</a:t>
            </a:r>
            <a:endParaRPr lang="zh-CN" altLang="en-US" sz="8800" dirty="0">
              <a:solidFill>
                <a:schemeClr val="accent1"/>
              </a:solidFill>
              <a:latin typeface="方正宝黑体 简 Medium" panose="02010600010101010101" charset="-122"/>
              <a:sym typeface="方正宝黑体 简 Medium" panose="02010600010101010101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D5BBCDD-FFFD-41EF-8C4E-8A30888DD65C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方正宝黑体 简 Medium" panose="02010600010101010101" charset="-122"/>
                <a:ea typeface="方正宝黑体 简 Medium" panose="0201060001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方正宝黑体 简 Medium" panose="02010600010101010101" charset="-122"/>
              <a:ea typeface="方正宝黑体 简 Medium" panose="02010600010101010101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方正宝黑体 简 Medium" panose="02010600010101010101" charset="-122"/>
              <a:ea typeface="方正宝黑体 简 Medium" panose="02010600010101010101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方正宝黑体 简 Medium" panose="02010600010101010101" charset="-122"/>
              </a:rPr>
            </a:fld>
            <a:endParaRPr lang="zh-CN" altLang="en-US" dirty="0">
              <a:latin typeface="方正宝黑体 简 Medium" panose="02010600010101010101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任意多边形: 形状 6" descr="波浪2资源 2"/>
          <p:cNvSpPr/>
          <p:nvPr userDrawn="1">
            <p:custDataLst>
              <p:tags r:id="rId2"/>
            </p:custDataLst>
          </p:nvPr>
        </p:nvSpPr>
        <p:spPr>
          <a:xfrm flipH="1">
            <a:off x="0" y="663575"/>
            <a:ext cx="5305425" cy="6192838"/>
          </a:xfrm>
          <a:custGeom>
            <a:avLst/>
            <a:gdLst/>
            <a:ahLst/>
            <a:cxnLst>
              <a:cxn ang="0">
                <a:pos x="4946557" y="0"/>
              </a:cxn>
              <a:cxn ang="0">
                <a:pos x="5304791" y="0"/>
              </a:cxn>
              <a:cxn ang="0">
                <a:pos x="5304791" y="6192323"/>
              </a:cxn>
              <a:cxn ang="0">
                <a:pos x="0" y="6192323"/>
              </a:cxn>
              <a:cxn ang="0">
                <a:pos x="0" y="4946212"/>
              </a:cxn>
              <a:cxn ang="0">
                <a:pos x="818112" y="4128101"/>
              </a:cxn>
              <a:cxn ang="0">
                <a:pos x="1295478" y="4128101"/>
              </a:cxn>
              <a:cxn ang="0">
                <a:pos x="2064682" y="3358897"/>
              </a:cxn>
              <a:cxn ang="0">
                <a:pos x="2064682" y="2881645"/>
              </a:cxn>
              <a:cxn ang="0">
                <a:pos x="2882794" y="2063648"/>
              </a:cxn>
              <a:cxn ang="0">
                <a:pos x="3360159" y="2063648"/>
              </a:cxn>
              <a:cxn ang="0">
                <a:pos x="4129363" y="1294444"/>
              </a:cxn>
              <a:cxn ang="0">
                <a:pos x="4129363" y="818112"/>
              </a:cxn>
              <a:cxn ang="0">
                <a:pos x="4946557" y="0"/>
              </a:cxn>
            </a:cxnLst>
            <a:pathLst>
              <a:path w="5304791" h="6192323">
                <a:moveTo>
                  <a:pt x="4946557" y="0"/>
                </a:moveTo>
                <a:lnTo>
                  <a:pt x="5304791" y="0"/>
                </a:lnTo>
                <a:lnTo>
                  <a:pt x="5304791" y="6192323"/>
                </a:lnTo>
                <a:lnTo>
                  <a:pt x="0" y="6192323"/>
                </a:lnTo>
                <a:lnTo>
                  <a:pt x="0" y="4946212"/>
                </a:lnTo>
                <a:cubicBezTo>
                  <a:pt x="-63" y="4494356"/>
                  <a:pt x="366255" y="4128032"/>
                  <a:pt x="818112" y="4128101"/>
                </a:cubicBezTo>
                <a:lnTo>
                  <a:pt x="1295478" y="4128101"/>
                </a:lnTo>
                <a:cubicBezTo>
                  <a:pt x="1720296" y="4128101"/>
                  <a:pt x="2064682" y="3783715"/>
                  <a:pt x="2064682" y="3358897"/>
                </a:cubicBezTo>
                <a:lnTo>
                  <a:pt x="2064682" y="2881645"/>
                </a:lnTo>
                <a:cubicBezTo>
                  <a:pt x="2064682" y="2429836"/>
                  <a:pt x="2430984" y="2063580"/>
                  <a:pt x="2882794" y="2063648"/>
                </a:cubicBezTo>
                <a:lnTo>
                  <a:pt x="3360159" y="2063648"/>
                </a:lnTo>
                <a:cubicBezTo>
                  <a:pt x="3784978" y="2063648"/>
                  <a:pt x="4129363" y="1719263"/>
                  <a:pt x="4129363" y="1294444"/>
                </a:cubicBezTo>
                <a:lnTo>
                  <a:pt x="4129363" y="818112"/>
                </a:lnTo>
                <a:cubicBezTo>
                  <a:pt x="4129295" y="366613"/>
                  <a:pt x="4495057" y="444"/>
                  <a:pt x="4946557" y="0"/>
                </a:cubicBezTo>
                <a:close/>
              </a:path>
            </a:pathLst>
          </a:custGeom>
          <a:solidFill>
            <a:schemeClr val="accent1">
              <a:alpha val="100000"/>
            </a:schemeClr>
          </a:solidFill>
          <a:ln w="11469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8" name="椭圆 7"/>
          <p:cNvSpPr/>
          <p:nvPr>
            <p:custDataLst>
              <p:tags r:id="rId3"/>
            </p:custDataLst>
          </p:nvPr>
        </p:nvSpPr>
        <p:spPr>
          <a:xfrm>
            <a:off x="3384550" y="3463925"/>
            <a:ext cx="1087438" cy="1087438"/>
          </a:xfrm>
          <a:prstGeom prst="ellipse">
            <a:avLst/>
          </a:prstGeom>
          <a:noFill/>
          <a:ln>
            <a:solidFill>
              <a:schemeClr val="accent5">
                <a:alpha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方正宝黑体 简 Medium" panose="02010600010101010101" charset="-122"/>
              <a:ea typeface="方正宝黑体 简 Medium" panose="02010600010101010101" charset="-122"/>
              <a:cs typeface="+mn-cs"/>
              <a:sym typeface="方正宝黑体 简 Medium" panose="02010600010101010101" charset="-122"/>
            </a:endParaRPr>
          </a:p>
        </p:txBody>
      </p:sp>
      <p:sp>
        <p:nvSpPr>
          <p:cNvPr id="9" name="椭圆 8"/>
          <p:cNvSpPr/>
          <p:nvPr>
            <p:custDataLst>
              <p:tags r:id="rId4"/>
            </p:custDataLst>
          </p:nvPr>
        </p:nvSpPr>
        <p:spPr>
          <a:xfrm>
            <a:off x="3232150" y="3311525"/>
            <a:ext cx="1393825" cy="1393825"/>
          </a:xfrm>
          <a:prstGeom prst="ellipse">
            <a:avLst/>
          </a:prstGeom>
          <a:noFill/>
          <a:ln>
            <a:solidFill>
              <a:schemeClr val="accent5">
                <a:alpha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方正宝黑体 简 Medium" panose="02010600010101010101" charset="-122"/>
              <a:ea typeface="方正宝黑体 简 Medium" panose="02010600010101010101" charset="-122"/>
              <a:cs typeface="+mn-cs"/>
              <a:sym typeface="方正宝黑体 简 Medium" panose="02010600010101010101" charset="-122"/>
            </a:endParaRPr>
          </a:p>
        </p:txBody>
      </p:sp>
      <p:sp>
        <p:nvSpPr>
          <p:cNvPr id="10" name="椭圆 9"/>
          <p:cNvSpPr/>
          <p:nvPr>
            <p:custDataLst>
              <p:tags r:id="rId5"/>
            </p:custDataLst>
          </p:nvPr>
        </p:nvSpPr>
        <p:spPr>
          <a:xfrm>
            <a:off x="3081338" y="3160713"/>
            <a:ext cx="1693863" cy="1693863"/>
          </a:xfrm>
          <a:prstGeom prst="ellipse">
            <a:avLst/>
          </a:prstGeom>
          <a:noFill/>
          <a:ln>
            <a:solidFill>
              <a:schemeClr val="accent5">
                <a:alpha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方正宝黑体 简 Medium" panose="02010600010101010101" charset="-122"/>
              <a:ea typeface="方正宝黑体 简 Medium" panose="02010600010101010101" charset="-122"/>
              <a:cs typeface="+mn-cs"/>
              <a:sym typeface="方正宝黑体 简 Medium" panose="02010600010101010101" charset="-122"/>
            </a:endParaRPr>
          </a:p>
        </p:txBody>
      </p:sp>
      <p:sp>
        <p:nvSpPr>
          <p:cNvPr id="11" name="椭圆 10"/>
          <p:cNvSpPr/>
          <p:nvPr>
            <p:custDataLst>
              <p:tags r:id="rId6"/>
            </p:custDataLst>
          </p:nvPr>
        </p:nvSpPr>
        <p:spPr>
          <a:xfrm>
            <a:off x="2935288" y="3014663"/>
            <a:ext cx="1985963" cy="1985963"/>
          </a:xfrm>
          <a:prstGeom prst="ellipse">
            <a:avLst/>
          </a:prstGeom>
          <a:noFill/>
          <a:ln>
            <a:solidFill>
              <a:schemeClr val="accent5">
                <a:alpha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方正宝黑体 简 Medium" panose="02010600010101010101" charset="-122"/>
              <a:ea typeface="方正宝黑体 简 Medium" panose="02010600010101010101" charset="-122"/>
              <a:cs typeface="+mn-cs"/>
              <a:sym typeface="方正宝黑体 简 Medium" panose="02010600010101010101" charset="-122"/>
            </a:endParaRPr>
          </a:p>
        </p:txBody>
      </p:sp>
      <p:sp>
        <p:nvSpPr>
          <p:cNvPr id="12" name="椭圆 11"/>
          <p:cNvSpPr/>
          <p:nvPr>
            <p:custDataLst>
              <p:tags r:id="rId7"/>
            </p:custDataLst>
          </p:nvPr>
        </p:nvSpPr>
        <p:spPr>
          <a:xfrm flipH="1">
            <a:off x="2776538" y="2855913"/>
            <a:ext cx="2303463" cy="2305050"/>
          </a:xfrm>
          <a:prstGeom prst="ellipse">
            <a:avLst/>
          </a:prstGeom>
          <a:noFill/>
          <a:ln>
            <a:solidFill>
              <a:schemeClr val="accent5">
                <a:alpha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方正宝黑体 简 Medium" panose="02010600010101010101" charset="-122"/>
              <a:ea typeface="方正宝黑体 简 Medium" panose="02010600010101010101" charset="-122"/>
              <a:cs typeface="+mn-cs"/>
              <a:sym typeface="方正宝黑体 简 Medium" panose="02010600010101010101" charset="-122"/>
            </a:endParaRPr>
          </a:p>
        </p:txBody>
      </p:sp>
      <p:grpSp>
        <p:nvGrpSpPr>
          <p:cNvPr id="4104" name="组合 12"/>
          <p:cNvGrpSpPr/>
          <p:nvPr userDrawn="1"/>
        </p:nvGrpSpPr>
        <p:grpSpPr>
          <a:xfrm>
            <a:off x="3089275" y="0"/>
            <a:ext cx="2728913" cy="1363663"/>
            <a:chOff x="3089660" y="0"/>
            <a:chExt cx="2728840" cy="1364420"/>
          </a:xfrm>
        </p:grpSpPr>
        <p:sp>
          <p:nvSpPr>
            <p:cNvPr id="14" name="任意多边形: 形状 13"/>
            <p:cNvSpPr/>
            <p:nvPr>
              <p:custDataLst>
                <p:tags r:id="rId8"/>
              </p:custDataLst>
            </p:nvPr>
          </p:nvSpPr>
          <p:spPr>
            <a:xfrm>
              <a:off x="3825125" y="0"/>
              <a:ext cx="1257910" cy="628955"/>
            </a:xfrm>
            <a:custGeom>
              <a:avLst/>
              <a:gdLst>
                <a:gd name="connsiteX0" fmla="*/ 26397 w 1257910"/>
                <a:gd name="connsiteY0" fmla="*/ 0 h 799585"/>
                <a:gd name="connsiteX1" fmla="*/ 1231513 w 1257910"/>
                <a:gd name="connsiteY1" fmla="*/ 0 h 799585"/>
                <a:gd name="connsiteX2" fmla="*/ 1245132 w 1257910"/>
                <a:gd name="connsiteY2" fmla="*/ 43874 h 799585"/>
                <a:gd name="connsiteX3" fmla="*/ 1257910 w 1257910"/>
                <a:gd name="connsiteY3" fmla="*/ 170630 h 799585"/>
                <a:gd name="connsiteX4" fmla="*/ 628955 w 1257910"/>
                <a:gd name="connsiteY4" fmla="*/ 799585 h 799585"/>
                <a:gd name="connsiteX5" fmla="*/ 0 w 1257910"/>
                <a:gd name="connsiteY5" fmla="*/ 170630 h 799585"/>
                <a:gd name="connsiteX6" fmla="*/ 12778 w 1257910"/>
                <a:gd name="connsiteY6" fmla="*/ 43874 h 799585"/>
                <a:gd name="connsiteX7" fmla="*/ 26397 w 1257910"/>
                <a:gd name="connsiteY7" fmla="*/ 0 h 799585"/>
                <a:gd name="connsiteX0-1" fmla="*/ 1231513 w 1322953"/>
                <a:gd name="connsiteY0-2" fmla="*/ 0 h 799585"/>
                <a:gd name="connsiteX1-3" fmla="*/ 1245132 w 1322953"/>
                <a:gd name="connsiteY1-4" fmla="*/ 43874 h 799585"/>
                <a:gd name="connsiteX2-5" fmla="*/ 1257910 w 1322953"/>
                <a:gd name="connsiteY2-6" fmla="*/ 170630 h 799585"/>
                <a:gd name="connsiteX3-7" fmla="*/ 628955 w 1322953"/>
                <a:gd name="connsiteY3-8" fmla="*/ 799585 h 799585"/>
                <a:gd name="connsiteX4-9" fmla="*/ 0 w 1322953"/>
                <a:gd name="connsiteY4-10" fmla="*/ 170630 h 799585"/>
                <a:gd name="connsiteX5-11" fmla="*/ 12778 w 1322953"/>
                <a:gd name="connsiteY5-12" fmla="*/ 43874 h 799585"/>
                <a:gd name="connsiteX6-13" fmla="*/ 26397 w 1322953"/>
                <a:gd name="connsiteY6-14" fmla="*/ 0 h 799585"/>
                <a:gd name="connsiteX7-15" fmla="*/ 1322953 w 1322953"/>
                <a:gd name="connsiteY7-16" fmla="*/ 91440 h 799585"/>
                <a:gd name="connsiteX0-17" fmla="*/ 1231513 w 1257910"/>
                <a:gd name="connsiteY0-18" fmla="*/ 0 h 799585"/>
                <a:gd name="connsiteX1-19" fmla="*/ 1245132 w 1257910"/>
                <a:gd name="connsiteY1-20" fmla="*/ 43874 h 799585"/>
                <a:gd name="connsiteX2-21" fmla="*/ 1257910 w 1257910"/>
                <a:gd name="connsiteY2-22" fmla="*/ 170630 h 799585"/>
                <a:gd name="connsiteX3-23" fmla="*/ 628955 w 1257910"/>
                <a:gd name="connsiteY3-24" fmla="*/ 799585 h 799585"/>
                <a:gd name="connsiteX4-25" fmla="*/ 0 w 1257910"/>
                <a:gd name="connsiteY4-26" fmla="*/ 170630 h 799585"/>
                <a:gd name="connsiteX5-27" fmla="*/ 12778 w 1257910"/>
                <a:gd name="connsiteY5-28" fmla="*/ 43874 h 799585"/>
                <a:gd name="connsiteX6-29" fmla="*/ 26397 w 1257910"/>
                <a:gd name="connsiteY6-30" fmla="*/ 0 h 799585"/>
                <a:gd name="connsiteX0-31" fmla="*/ 1245132 w 1257910"/>
                <a:gd name="connsiteY0-32" fmla="*/ 43874 h 799585"/>
                <a:gd name="connsiteX1-33" fmla="*/ 1257910 w 1257910"/>
                <a:gd name="connsiteY1-34" fmla="*/ 170630 h 799585"/>
                <a:gd name="connsiteX2-35" fmla="*/ 628955 w 1257910"/>
                <a:gd name="connsiteY2-36" fmla="*/ 799585 h 799585"/>
                <a:gd name="connsiteX3-37" fmla="*/ 0 w 1257910"/>
                <a:gd name="connsiteY3-38" fmla="*/ 170630 h 799585"/>
                <a:gd name="connsiteX4-39" fmla="*/ 12778 w 1257910"/>
                <a:gd name="connsiteY4-40" fmla="*/ 43874 h 799585"/>
                <a:gd name="connsiteX5-41" fmla="*/ 26397 w 1257910"/>
                <a:gd name="connsiteY5-42" fmla="*/ 0 h 799585"/>
                <a:gd name="connsiteX0-43" fmla="*/ 1245132 w 1257910"/>
                <a:gd name="connsiteY0-44" fmla="*/ 0 h 755711"/>
                <a:gd name="connsiteX1-45" fmla="*/ 1257910 w 1257910"/>
                <a:gd name="connsiteY1-46" fmla="*/ 126756 h 755711"/>
                <a:gd name="connsiteX2-47" fmla="*/ 628955 w 1257910"/>
                <a:gd name="connsiteY2-48" fmla="*/ 755711 h 755711"/>
                <a:gd name="connsiteX3-49" fmla="*/ 0 w 1257910"/>
                <a:gd name="connsiteY3-50" fmla="*/ 126756 h 755711"/>
                <a:gd name="connsiteX4-51" fmla="*/ 12778 w 1257910"/>
                <a:gd name="connsiteY4-52" fmla="*/ 0 h 755711"/>
                <a:gd name="connsiteX0-53" fmla="*/ 1257910 w 1257910"/>
                <a:gd name="connsiteY0-54" fmla="*/ 126756 h 755711"/>
                <a:gd name="connsiteX1-55" fmla="*/ 628955 w 1257910"/>
                <a:gd name="connsiteY1-56" fmla="*/ 755711 h 755711"/>
                <a:gd name="connsiteX2-57" fmla="*/ 0 w 1257910"/>
                <a:gd name="connsiteY2-58" fmla="*/ 126756 h 755711"/>
                <a:gd name="connsiteX3-59" fmla="*/ 12778 w 1257910"/>
                <a:gd name="connsiteY3-60" fmla="*/ 0 h 755711"/>
                <a:gd name="connsiteX0-61" fmla="*/ 1257910 w 1257910"/>
                <a:gd name="connsiteY0-62" fmla="*/ 0 h 628955"/>
                <a:gd name="connsiteX1-63" fmla="*/ 628955 w 1257910"/>
                <a:gd name="connsiteY1-64" fmla="*/ 628955 h 628955"/>
                <a:gd name="connsiteX2-65" fmla="*/ 0 w 1257910"/>
                <a:gd name="connsiteY2-66" fmla="*/ 0 h 62895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257910" h="628955">
                  <a:moveTo>
                    <a:pt x="1257910" y="0"/>
                  </a:moveTo>
                  <a:cubicBezTo>
                    <a:pt x="1257910" y="347362"/>
                    <a:pt x="976317" y="628955"/>
                    <a:pt x="628955" y="628955"/>
                  </a:cubicBezTo>
                  <a:cubicBezTo>
                    <a:pt x="281593" y="628955"/>
                    <a:pt x="0" y="347362"/>
                    <a:pt x="0" y="0"/>
                  </a:cubicBezTo>
                </a:path>
              </a:pathLst>
            </a:custGeom>
            <a:noFill/>
            <a:ln>
              <a:solidFill>
                <a:schemeClr val="accent5">
                  <a:alpha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方正宝黑体 简 Medium" panose="02010600010101010101" charset="-122"/>
                <a:ea typeface="方正宝黑体 简 Medium" panose="02010600010101010101" charset="-122"/>
                <a:cs typeface="+mn-cs"/>
                <a:sym typeface="方正宝黑体 简 Medium" panose="02010600010101010101" charset="-122"/>
              </a:endParaRPr>
            </a:p>
          </p:txBody>
        </p:sp>
        <p:sp>
          <p:nvSpPr>
            <p:cNvPr id="15" name="任意多边形: 形状 14"/>
            <p:cNvSpPr/>
            <p:nvPr>
              <p:custDataLst>
                <p:tags r:id="rId9"/>
              </p:custDataLst>
            </p:nvPr>
          </p:nvSpPr>
          <p:spPr>
            <a:xfrm>
              <a:off x="3651277" y="0"/>
              <a:ext cx="1605606" cy="802804"/>
            </a:xfrm>
            <a:custGeom>
              <a:avLst/>
              <a:gdLst>
                <a:gd name="connsiteX0" fmla="*/ 26397 w 1257910"/>
                <a:gd name="connsiteY0" fmla="*/ 0 h 799585"/>
                <a:gd name="connsiteX1" fmla="*/ 1231513 w 1257910"/>
                <a:gd name="connsiteY1" fmla="*/ 0 h 799585"/>
                <a:gd name="connsiteX2" fmla="*/ 1245132 w 1257910"/>
                <a:gd name="connsiteY2" fmla="*/ 43874 h 799585"/>
                <a:gd name="connsiteX3" fmla="*/ 1257910 w 1257910"/>
                <a:gd name="connsiteY3" fmla="*/ 170630 h 799585"/>
                <a:gd name="connsiteX4" fmla="*/ 628955 w 1257910"/>
                <a:gd name="connsiteY4" fmla="*/ 799585 h 799585"/>
                <a:gd name="connsiteX5" fmla="*/ 0 w 1257910"/>
                <a:gd name="connsiteY5" fmla="*/ 170630 h 799585"/>
                <a:gd name="connsiteX6" fmla="*/ 12778 w 1257910"/>
                <a:gd name="connsiteY6" fmla="*/ 43874 h 799585"/>
                <a:gd name="connsiteX7" fmla="*/ 26397 w 1257910"/>
                <a:gd name="connsiteY7" fmla="*/ 0 h 799585"/>
                <a:gd name="connsiteX0-1" fmla="*/ 1231513 w 1322953"/>
                <a:gd name="connsiteY0-2" fmla="*/ 0 h 799585"/>
                <a:gd name="connsiteX1-3" fmla="*/ 1245132 w 1322953"/>
                <a:gd name="connsiteY1-4" fmla="*/ 43874 h 799585"/>
                <a:gd name="connsiteX2-5" fmla="*/ 1257910 w 1322953"/>
                <a:gd name="connsiteY2-6" fmla="*/ 170630 h 799585"/>
                <a:gd name="connsiteX3-7" fmla="*/ 628955 w 1322953"/>
                <a:gd name="connsiteY3-8" fmla="*/ 799585 h 799585"/>
                <a:gd name="connsiteX4-9" fmla="*/ 0 w 1322953"/>
                <a:gd name="connsiteY4-10" fmla="*/ 170630 h 799585"/>
                <a:gd name="connsiteX5-11" fmla="*/ 12778 w 1322953"/>
                <a:gd name="connsiteY5-12" fmla="*/ 43874 h 799585"/>
                <a:gd name="connsiteX6-13" fmla="*/ 26397 w 1322953"/>
                <a:gd name="connsiteY6-14" fmla="*/ 0 h 799585"/>
                <a:gd name="connsiteX7-15" fmla="*/ 1322953 w 1322953"/>
                <a:gd name="connsiteY7-16" fmla="*/ 91440 h 799585"/>
                <a:gd name="connsiteX0-17" fmla="*/ 1231513 w 1257910"/>
                <a:gd name="connsiteY0-18" fmla="*/ 0 h 799585"/>
                <a:gd name="connsiteX1-19" fmla="*/ 1245132 w 1257910"/>
                <a:gd name="connsiteY1-20" fmla="*/ 43874 h 799585"/>
                <a:gd name="connsiteX2-21" fmla="*/ 1257910 w 1257910"/>
                <a:gd name="connsiteY2-22" fmla="*/ 170630 h 799585"/>
                <a:gd name="connsiteX3-23" fmla="*/ 628955 w 1257910"/>
                <a:gd name="connsiteY3-24" fmla="*/ 799585 h 799585"/>
                <a:gd name="connsiteX4-25" fmla="*/ 0 w 1257910"/>
                <a:gd name="connsiteY4-26" fmla="*/ 170630 h 799585"/>
                <a:gd name="connsiteX5-27" fmla="*/ 12778 w 1257910"/>
                <a:gd name="connsiteY5-28" fmla="*/ 43874 h 799585"/>
                <a:gd name="connsiteX6-29" fmla="*/ 26397 w 1257910"/>
                <a:gd name="connsiteY6-30" fmla="*/ 0 h 799585"/>
                <a:gd name="connsiteX0-31" fmla="*/ 1245132 w 1257910"/>
                <a:gd name="connsiteY0-32" fmla="*/ 43874 h 799585"/>
                <a:gd name="connsiteX1-33" fmla="*/ 1257910 w 1257910"/>
                <a:gd name="connsiteY1-34" fmla="*/ 170630 h 799585"/>
                <a:gd name="connsiteX2-35" fmla="*/ 628955 w 1257910"/>
                <a:gd name="connsiteY2-36" fmla="*/ 799585 h 799585"/>
                <a:gd name="connsiteX3-37" fmla="*/ 0 w 1257910"/>
                <a:gd name="connsiteY3-38" fmla="*/ 170630 h 799585"/>
                <a:gd name="connsiteX4-39" fmla="*/ 12778 w 1257910"/>
                <a:gd name="connsiteY4-40" fmla="*/ 43874 h 799585"/>
                <a:gd name="connsiteX5-41" fmla="*/ 26397 w 1257910"/>
                <a:gd name="connsiteY5-42" fmla="*/ 0 h 799585"/>
                <a:gd name="connsiteX0-43" fmla="*/ 1245132 w 1257910"/>
                <a:gd name="connsiteY0-44" fmla="*/ 0 h 755711"/>
                <a:gd name="connsiteX1-45" fmla="*/ 1257910 w 1257910"/>
                <a:gd name="connsiteY1-46" fmla="*/ 126756 h 755711"/>
                <a:gd name="connsiteX2-47" fmla="*/ 628955 w 1257910"/>
                <a:gd name="connsiteY2-48" fmla="*/ 755711 h 755711"/>
                <a:gd name="connsiteX3-49" fmla="*/ 0 w 1257910"/>
                <a:gd name="connsiteY3-50" fmla="*/ 126756 h 755711"/>
                <a:gd name="connsiteX4-51" fmla="*/ 12778 w 1257910"/>
                <a:gd name="connsiteY4-52" fmla="*/ 0 h 755711"/>
                <a:gd name="connsiteX0-53" fmla="*/ 1257910 w 1257910"/>
                <a:gd name="connsiteY0-54" fmla="*/ 126756 h 755711"/>
                <a:gd name="connsiteX1-55" fmla="*/ 628955 w 1257910"/>
                <a:gd name="connsiteY1-56" fmla="*/ 755711 h 755711"/>
                <a:gd name="connsiteX2-57" fmla="*/ 0 w 1257910"/>
                <a:gd name="connsiteY2-58" fmla="*/ 126756 h 755711"/>
                <a:gd name="connsiteX3-59" fmla="*/ 12778 w 1257910"/>
                <a:gd name="connsiteY3-60" fmla="*/ 0 h 755711"/>
                <a:gd name="connsiteX0-61" fmla="*/ 1257910 w 1257910"/>
                <a:gd name="connsiteY0-62" fmla="*/ 0 h 628955"/>
                <a:gd name="connsiteX1-63" fmla="*/ 628955 w 1257910"/>
                <a:gd name="connsiteY1-64" fmla="*/ 628955 h 628955"/>
                <a:gd name="connsiteX2-65" fmla="*/ 0 w 1257910"/>
                <a:gd name="connsiteY2-66" fmla="*/ 0 h 62895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257910" h="628955">
                  <a:moveTo>
                    <a:pt x="1257910" y="0"/>
                  </a:moveTo>
                  <a:cubicBezTo>
                    <a:pt x="1257910" y="347362"/>
                    <a:pt x="976317" y="628955"/>
                    <a:pt x="628955" y="628955"/>
                  </a:cubicBezTo>
                  <a:cubicBezTo>
                    <a:pt x="281593" y="628955"/>
                    <a:pt x="0" y="347362"/>
                    <a:pt x="0" y="0"/>
                  </a:cubicBezTo>
                </a:path>
              </a:pathLst>
            </a:custGeom>
            <a:noFill/>
            <a:ln>
              <a:solidFill>
                <a:schemeClr val="accent5">
                  <a:alpha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方正宝黑体 简 Medium" panose="02010600010101010101" charset="-122"/>
                <a:ea typeface="方正宝黑体 简 Medium" panose="02010600010101010101" charset="-122"/>
                <a:cs typeface="+mn-cs"/>
                <a:sym typeface="方正宝黑体 简 Medium" panose="02010600010101010101" charset="-122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方正宝黑体 简 Medium" panose="02010600010101010101" charset="-122"/>
                <a:ea typeface="方正宝黑体 简 Medium" panose="02010600010101010101" charset="-122"/>
                <a:cs typeface="+mn-cs"/>
                <a:sym typeface="方正宝黑体 简 Medium" panose="02010600010101010101" charset="-122"/>
              </a:endParaRPr>
            </a:p>
          </p:txBody>
        </p:sp>
        <p:sp>
          <p:nvSpPr>
            <p:cNvPr id="16" name="任意多边形: 形状 15"/>
            <p:cNvSpPr/>
            <p:nvPr>
              <p:custDataLst>
                <p:tags r:id="rId10"/>
              </p:custDataLst>
            </p:nvPr>
          </p:nvSpPr>
          <p:spPr>
            <a:xfrm>
              <a:off x="3483452" y="0"/>
              <a:ext cx="1941257" cy="970629"/>
            </a:xfrm>
            <a:custGeom>
              <a:avLst/>
              <a:gdLst>
                <a:gd name="connsiteX0" fmla="*/ 26397 w 1257910"/>
                <a:gd name="connsiteY0" fmla="*/ 0 h 799585"/>
                <a:gd name="connsiteX1" fmla="*/ 1231513 w 1257910"/>
                <a:gd name="connsiteY1" fmla="*/ 0 h 799585"/>
                <a:gd name="connsiteX2" fmla="*/ 1245132 w 1257910"/>
                <a:gd name="connsiteY2" fmla="*/ 43874 h 799585"/>
                <a:gd name="connsiteX3" fmla="*/ 1257910 w 1257910"/>
                <a:gd name="connsiteY3" fmla="*/ 170630 h 799585"/>
                <a:gd name="connsiteX4" fmla="*/ 628955 w 1257910"/>
                <a:gd name="connsiteY4" fmla="*/ 799585 h 799585"/>
                <a:gd name="connsiteX5" fmla="*/ 0 w 1257910"/>
                <a:gd name="connsiteY5" fmla="*/ 170630 h 799585"/>
                <a:gd name="connsiteX6" fmla="*/ 12778 w 1257910"/>
                <a:gd name="connsiteY6" fmla="*/ 43874 h 799585"/>
                <a:gd name="connsiteX7" fmla="*/ 26397 w 1257910"/>
                <a:gd name="connsiteY7" fmla="*/ 0 h 799585"/>
                <a:gd name="connsiteX0-1" fmla="*/ 1231513 w 1322953"/>
                <a:gd name="connsiteY0-2" fmla="*/ 0 h 799585"/>
                <a:gd name="connsiteX1-3" fmla="*/ 1245132 w 1322953"/>
                <a:gd name="connsiteY1-4" fmla="*/ 43874 h 799585"/>
                <a:gd name="connsiteX2-5" fmla="*/ 1257910 w 1322953"/>
                <a:gd name="connsiteY2-6" fmla="*/ 170630 h 799585"/>
                <a:gd name="connsiteX3-7" fmla="*/ 628955 w 1322953"/>
                <a:gd name="connsiteY3-8" fmla="*/ 799585 h 799585"/>
                <a:gd name="connsiteX4-9" fmla="*/ 0 w 1322953"/>
                <a:gd name="connsiteY4-10" fmla="*/ 170630 h 799585"/>
                <a:gd name="connsiteX5-11" fmla="*/ 12778 w 1322953"/>
                <a:gd name="connsiteY5-12" fmla="*/ 43874 h 799585"/>
                <a:gd name="connsiteX6-13" fmla="*/ 26397 w 1322953"/>
                <a:gd name="connsiteY6-14" fmla="*/ 0 h 799585"/>
                <a:gd name="connsiteX7-15" fmla="*/ 1322953 w 1322953"/>
                <a:gd name="connsiteY7-16" fmla="*/ 91440 h 799585"/>
                <a:gd name="connsiteX0-17" fmla="*/ 1231513 w 1257910"/>
                <a:gd name="connsiteY0-18" fmla="*/ 0 h 799585"/>
                <a:gd name="connsiteX1-19" fmla="*/ 1245132 w 1257910"/>
                <a:gd name="connsiteY1-20" fmla="*/ 43874 h 799585"/>
                <a:gd name="connsiteX2-21" fmla="*/ 1257910 w 1257910"/>
                <a:gd name="connsiteY2-22" fmla="*/ 170630 h 799585"/>
                <a:gd name="connsiteX3-23" fmla="*/ 628955 w 1257910"/>
                <a:gd name="connsiteY3-24" fmla="*/ 799585 h 799585"/>
                <a:gd name="connsiteX4-25" fmla="*/ 0 w 1257910"/>
                <a:gd name="connsiteY4-26" fmla="*/ 170630 h 799585"/>
                <a:gd name="connsiteX5-27" fmla="*/ 12778 w 1257910"/>
                <a:gd name="connsiteY5-28" fmla="*/ 43874 h 799585"/>
                <a:gd name="connsiteX6-29" fmla="*/ 26397 w 1257910"/>
                <a:gd name="connsiteY6-30" fmla="*/ 0 h 799585"/>
                <a:gd name="connsiteX0-31" fmla="*/ 1245132 w 1257910"/>
                <a:gd name="connsiteY0-32" fmla="*/ 43874 h 799585"/>
                <a:gd name="connsiteX1-33" fmla="*/ 1257910 w 1257910"/>
                <a:gd name="connsiteY1-34" fmla="*/ 170630 h 799585"/>
                <a:gd name="connsiteX2-35" fmla="*/ 628955 w 1257910"/>
                <a:gd name="connsiteY2-36" fmla="*/ 799585 h 799585"/>
                <a:gd name="connsiteX3-37" fmla="*/ 0 w 1257910"/>
                <a:gd name="connsiteY3-38" fmla="*/ 170630 h 799585"/>
                <a:gd name="connsiteX4-39" fmla="*/ 12778 w 1257910"/>
                <a:gd name="connsiteY4-40" fmla="*/ 43874 h 799585"/>
                <a:gd name="connsiteX5-41" fmla="*/ 26397 w 1257910"/>
                <a:gd name="connsiteY5-42" fmla="*/ 0 h 799585"/>
                <a:gd name="connsiteX0-43" fmla="*/ 1245132 w 1257910"/>
                <a:gd name="connsiteY0-44" fmla="*/ 0 h 755711"/>
                <a:gd name="connsiteX1-45" fmla="*/ 1257910 w 1257910"/>
                <a:gd name="connsiteY1-46" fmla="*/ 126756 h 755711"/>
                <a:gd name="connsiteX2-47" fmla="*/ 628955 w 1257910"/>
                <a:gd name="connsiteY2-48" fmla="*/ 755711 h 755711"/>
                <a:gd name="connsiteX3-49" fmla="*/ 0 w 1257910"/>
                <a:gd name="connsiteY3-50" fmla="*/ 126756 h 755711"/>
                <a:gd name="connsiteX4-51" fmla="*/ 12778 w 1257910"/>
                <a:gd name="connsiteY4-52" fmla="*/ 0 h 755711"/>
                <a:gd name="connsiteX0-53" fmla="*/ 1257910 w 1257910"/>
                <a:gd name="connsiteY0-54" fmla="*/ 126756 h 755711"/>
                <a:gd name="connsiteX1-55" fmla="*/ 628955 w 1257910"/>
                <a:gd name="connsiteY1-56" fmla="*/ 755711 h 755711"/>
                <a:gd name="connsiteX2-57" fmla="*/ 0 w 1257910"/>
                <a:gd name="connsiteY2-58" fmla="*/ 126756 h 755711"/>
                <a:gd name="connsiteX3-59" fmla="*/ 12778 w 1257910"/>
                <a:gd name="connsiteY3-60" fmla="*/ 0 h 755711"/>
                <a:gd name="connsiteX0-61" fmla="*/ 1257910 w 1257910"/>
                <a:gd name="connsiteY0-62" fmla="*/ 0 h 628955"/>
                <a:gd name="connsiteX1-63" fmla="*/ 628955 w 1257910"/>
                <a:gd name="connsiteY1-64" fmla="*/ 628955 h 628955"/>
                <a:gd name="connsiteX2-65" fmla="*/ 0 w 1257910"/>
                <a:gd name="connsiteY2-66" fmla="*/ 0 h 62895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257910" h="628955">
                  <a:moveTo>
                    <a:pt x="1257910" y="0"/>
                  </a:moveTo>
                  <a:cubicBezTo>
                    <a:pt x="1257910" y="347362"/>
                    <a:pt x="976317" y="628955"/>
                    <a:pt x="628955" y="628955"/>
                  </a:cubicBezTo>
                  <a:cubicBezTo>
                    <a:pt x="281593" y="628955"/>
                    <a:pt x="0" y="347362"/>
                    <a:pt x="0" y="0"/>
                  </a:cubicBezTo>
                </a:path>
              </a:pathLst>
            </a:custGeom>
            <a:noFill/>
            <a:ln>
              <a:solidFill>
                <a:schemeClr val="accent5">
                  <a:alpha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方正宝黑体 简 Medium" panose="02010600010101010101" charset="-122"/>
                <a:ea typeface="方正宝黑体 简 Medium" panose="02010600010101010101" charset="-122"/>
                <a:cs typeface="+mn-cs"/>
                <a:sym typeface="方正宝黑体 简 Medium" panose="02010600010101010101" charset="-122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方正宝黑体 简 Medium" panose="02010600010101010101" charset="-122"/>
                <a:ea typeface="方正宝黑体 简 Medium" panose="02010600010101010101" charset="-122"/>
                <a:cs typeface="+mn-cs"/>
                <a:sym typeface="方正宝黑体 简 Medium" panose="02010600010101010101" charset="-122"/>
              </a:endParaRPr>
            </a:p>
          </p:txBody>
        </p:sp>
        <p:sp>
          <p:nvSpPr>
            <p:cNvPr id="17" name="任意多边形: 形状 16"/>
            <p:cNvSpPr/>
            <p:nvPr>
              <p:custDataLst>
                <p:tags r:id="rId11"/>
              </p:custDataLst>
            </p:nvPr>
          </p:nvSpPr>
          <p:spPr>
            <a:xfrm>
              <a:off x="3301845" y="0"/>
              <a:ext cx="2304471" cy="1152236"/>
            </a:xfrm>
            <a:custGeom>
              <a:avLst/>
              <a:gdLst>
                <a:gd name="connsiteX0" fmla="*/ 26397 w 1257910"/>
                <a:gd name="connsiteY0" fmla="*/ 0 h 799585"/>
                <a:gd name="connsiteX1" fmla="*/ 1231513 w 1257910"/>
                <a:gd name="connsiteY1" fmla="*/ 0 h 799585"/>
                <a:gd name="connsiteX2" fmla="*/ 1245132 w 1257910"/>
                <a:gd name="connsiteY2" fmla="*/ 43874 h 799585"/>
                <a:gd name="connsiteX3" fmla="*/ 1257910 w 1257910"/>
                <a:gd name="connsiteY3" fmla="*/ 170630 h 799585"/>
                <a:gd name="connsiteX4" fmla="*/ 628955 w 1257910"/>
                <a:gd name="connsiteY4" fmla="*/ 799585 h 799585"/>
                <a:gd name="connsiteX5" fmla="*/ 0 w 1257910"/>
                <a:gd name="connsiteY5" fmla="*/ 170630 h 799585"/>
                <a:gd name="connsiteX6" fmla="*/ 12778 w 1257910"/>
                <a:gd name="connsiteY6" fmla="*/ 43874 h 799585"/>
                <a:gd name="connsiteX7" fmla="*/ 26397 w 1257910"/>
                <a:gd name="connsiteY7" fmla="*/ 0 h 799585"/>
                <a:gd name="connsiteX0-1" fmla="*/ 1231513 w 1322953"/>
                <a:gd name="connsiteY0-2" fmla="*/ 0 h 799585"/>
                <a:gd name="connsiteX1-3" fmla="*/ 1245132 w 1322953"/>
                <a:gd name="connsiteY1-4" fmla="*/ 43874 h 799585"/>
                <a:gd name="connsiteX2-5" fmla="*/ 1257910 w 1322953"/>
                <a:gd name="connsiteY2-6" fmla="*/ 170630 h 799585"/>
                <a:gd name="connsiteX3-7" fmla="*/ 628955 w 1322953"/>
                <a:gd name="connsiteY3-8" fmla="*/ 799585 h 799585"/>
                <a:gd name="connsiteX4-9" fmla="*/ 0 w 1322953"/>
                <a:gd name="connsiteY4-10" fmla="*/ 170630 h 799585"/>
                <a:gd name="connsiteX5-11" fmla="*/ 12778 w 1322953"/>
                <a:gd name="connsiteY5-12" fmla="*/ 43874 h 799585"/>
                <a:gd name="connsiteX6-13" fmla="*/ 26397 w 1322953"/>
                <a:gd name="connsiteY6-14" fmla="*/ 0 h 799585"/>
                <a:gd name="connsiteX7-15" fmla="*/ 1322953 w 1322953"/>
                <a:gd name="connsiteY7-16" fmla="*/ 91440 h 799585"/>
                <a:gd name="connsiteX0-17" fmla="*/ 1231513 w 1257910"/>
                <a:gd name="connsiteY0-18" fmla="*/ 0 h 799585"/>
                <a:gd name="connsiteX1-19" fmla="*/ 1245132 w 1257910"/>
                <a:gd name="connsiteY1-20" fmla="*/ 43874 h 799585"/>
                <a:gd name="connsiteX2-21" fmla="*/ 1257910 w 1257910"/>
                <a:gd name="connsiteY2-22" fmla="*/ 170630 h 799585"/>
                <a:gd name="connsiteX3-23" fmla="*/ 628955 w 1257910"/>
                <a:gd name="connsiteY3-24" fmla="*/ 799585 h 799585"/>
                <a:gd name="connsiteX4-25" fmla="*/ 0 w 1257910"/>
                <a:gd name="connsiteY4-26" fmla="*/ 170630 h 799585"/>
                <a:gd name="connsiteX5-27" fmla="*/ 12778 w 1257910"/>
                <a:gd name="connsiteY5-28" fmla="*/ 43874 h 799585"/>
                <a:gd name="connsiteX6-29" fmla="*/ 26397 w 1257910"/>
                <a:gd name="connsiteY6-30" fmla="*/ 0 h 799585"/>
                <a:gd name="connsiteX0-31" fmla="*/ 1245132 w 1257910"/>
                <a:gd name="connsiteY0-32" fmla="*/ 43874 h 799585"/>
                <a:gd name="connsiteX1-33" fmla="*/ 1257910 w 1257910"/>
                <a:gd name="connsiteY1-34" fmla="*/ 170630 h 799585"/>
                <a:gd name="connsiteX2-35" fmla="*/ 628955 w 1257910"/>
                <a:gd name="connsiteY2-36" fmla="*/ 799585 h 799585"/>
                <a:gd name="connsiteX3-37" fmla="*/ 0 w 1257910"/>
                <a:gd name="connsiteY3-38" fmla="*/ 170630 h 799585"/>
                <a:gd name="connsiteX4-39" fmla="*/ 12778 w 1257910"/>
                <a:gd name="connsiteY4-40" fmla="*/ 43874 h 799585"/>
                <a:gd name="connsiteX5-41" fmla="*/ 26397 w 1257910"/>
                <a:gd name="connsiteY5-42" fmla="*/ 0 h 799585"/>
                <a:gd name="connsiteX0-43" fmla="*/ 1245132 w 1257910"/>
                <a:gd name="connsiteY0-44" fmla="*/ 0 h 755711"/>
                <a:gd name="connsiteX1-45" fmla="*/ 1257910 w 1257910"/>
                <a:gd name="connsiteY1-46" fmla="*/ 126756 h 755711"/>
                <a:gd name="connsiteX2-47" fmla="*/ 628955 w 1257910"/>
                <a:gd name="connsiteY2-48" fmla="*/ 755711 h 755711"/>
                <a:gd name="connsiteX3-49" fmla="*/ 0 w 1257910"/>
                <a:gd name="connsiteY3-50" fmla="*/ 126756 h 755711"/>
                <a:gd name="connsiteX4-51" fmla="*/ 12778 w 1257910"/>
                <a:gd name="connsiteY4-52" fmla="*/ 0 h 755711"/>
                <a:gd name="connsiteX0-53" fmla="*/ 1257910 w 1257910"/>
                <a:gd name="connsiteY0-54" fmla="*/ 126756 h 755711"/>
                <a:gd name="connsiteX1-55" fmla="*/ 628955 w 1257910"/>
                <a:gd name="connsiteY1-56" fmla="*/ 755711 h 755711"/>
                <a:gd name="connsiteX2-57" fmla="*/ 0 w 1257910"/>
                <a:gd name="connsiteY2-58" fmla="*/ 126756 h 755711"/>
                <a:gd name="connsiteX3-59" fmla="*/ 12778 w 1257910"/>
                <a:gd name="connsiteY3-60" fmla="*/ 0 h 755711"/>
                <a:gd name="connsiteX0-61" fmla="*/ 1257910 w 1257910"/>
                <a:gd name="connsiteY0-62" fmla="*/ 0 h 628955"/>
                <a:gd name="connsiteX1-63" fmla="*/ 628955 w 1257910"/>
                <a:gd name="connsiteY1-64" fmla="*/ 628955 h 628955"/>
                <a:gd name="connsiteX2-65" fmla="*/ 0 w 1257910"/>
                <a:gd name="connsiteY2-66" fmla="*/ 0 h 62895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257910" h="628955">
                  <a:moveTo>
                    <a:pt x="1257910" y="0"/>
                  </a:moveTo>
                  <a:cubicBezTo>
                    <a:pt x="1257910" y="347362"/>
                    <a:pt x="976317" y="628955"/>
                    <a:pt x="628955" y="628955"/>
                  </a:cubicBezTo>
                  <a:cubicBezTo>
                    <a:pt x="281593" y="628955"/>
                    <a:pt x="0" y="347362"/>
                    <a:pt x="0" y="0"/>
                  </a:cubicBezTo>
                </a:path>
              </a:pathLst>
            </a:custGeom>
            <a:noFill/>
            <a:ln>
              <a:solidFill>
                <a:schemeClr val="accent5">
                  <a:alpha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方正宝黑体 简 Medium" panose="02010600010101010101" charset="-122"/>
                <a:ea typeface="方正宝黑体 简 Medium" panose="02010600010101010101" charset="-122"/>
                <a:cs typeface="+mn-cs"/>
                <a:sym typeface="方正宝黑体 简 Medium" panose="02010600010101010101" charset="-122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方正宝黑体 简 Medium" panose="02010600010101010101" charset="-122"/>
                <a:ea typeface="方正宝黑体 简 Medium" panose="02010600010101010101" charset="-122"/>
                <a:cs typeface="+mn-cs"/>
                <a:sym typeface="方正宝黑体 简 Medium" panose="02010600010101010101" charset="-122"/>
              </a:endParaRPr>
            </a:p>
          </p:txBody>
        </p:sp>
        <p:sp>
          <p:nvSpPr>
            <p:cNvPr id="18" name="任意多边形: 形状 17"/>
            <p:cNvSpPr/>
            <p:nvPr>
              <p:custDataLst>
                <p:tags r:id="rId12"/>
              </p:custDataLst>
            </p:nvPr>
          </p:nvSpPr>
          <p:spPr>
            <a:xfrm>
              <a:off x="3089660" y="0"/>
              <a:ext cx="2728840" cy="1364420"/>
            </a:xfrm>
            <a:custGeom>
              <a:avLst/>
              <a:gdLst>
                <a:gd name="connsiteX0" fmla="*/ 26397 w 1257910"/>
                <a:gd name="connsiteY0" fmla="*/ 0 h 799585"/>
                <a:gd name="connsiteX1" fmla="*/ 1231513 w 1257910"/>
                <a:gd name="connsiteY1" fmla="*/ 0 h 799585"/>
                <a:gd name="connsiteX2" fmla="*/ 1245132 w 1257910"/>
                <a:gd name="connsiteY2" fmla="*/ 43874 h 799585"/>
                <a:gd name="connsiteX3" fmla="*/ 1257910 w 1257910"/>
                <a:gd name="connsiteY3" fmla="*/ 170630 h 799585"/>
                <a:gd name="connsiteX4" fmla="*/ 628955 w 1257910"/>
                <a:gd name="connsiteY4" fmla="*/ 799585 h 799585"/>
                <a:gd name="connsiteX5" fmla="*/ 0 w 1257910"/>
                <a:gd name="connsiteY5" fmla="*/ 170630 h 799585"/>
                <a:gd name="connsiteX6" fmla="*/ 12778 w 1257910"/>
                <a:gd name="connsiteY6" fmla="*/ 43874 h 799585"/>
                <a:gd name="connsiteX7" fmla="*/ 26397 w 1257910"/>
                <a:gd name="connsiteY7" fmla="*/ 0 h 799585"/>
                <a:gd name="connsiteX0-1" fmla="*/ 1231513 w 1322953"/>
                <a:gd name="connsiteY0-2" fmla="*/ 0 h 799585"/>
                <a:gd name="connsiteX1-3" fmla="*/ 1245132 w 1322953"/>
                <a:gd name="connsiteY1-4" fmla="*/ 43874 h 799585"/>
                <a:gd name="connsiteX2-5" fmla="*/ 1257910 w 1322953"/>
                <a:gd name="connsiteY2-6" fmla="*/ 170630 h 799585"/>
                <a:gd name="connsiteX3-7" fmla="*/ 628955 w 1322953"/>
                <a:gd name="connsiteY3-8" fmla="*/ 799585 h 799585"/>
                <a:gd name="connsiteX4-9" fmla="*/ 0 w 1322953"/>
                <a:gd name="connsiteY4-10" fmla="*/ 170630 h 799585"/>
                <a:gd name="connsiteX5-11" fmla="*/ 12778 w 1322953"/>
                <a:gd name="connsiteY5-12" fmla="*/ 43874 h 799585"/>
                <a:gd name="connsiteX6-13" fmla="*/ 26397 w 1322953"/>
                <a:gd name="connsiteY6-14" fmla="*/ 0 h 799585"/>
                <a:gd name="connsiteX7-15" fmla="*/ 1322953 w 1322953"/>
                <a:gd name="connsiteY7-16" fmla="*/ 91440 h 799585"/>
                <a:gd name="connsiteX0-17" fmla="*/ 1231513 w 1257910"/>
                <a:gd name="connsiteY0-18" fmla="*/ 0 h 799585"/>
                <a:gd name="connsiteX1-19" fmla="*/ 1245132 w 1257910"/>
                <a:gd name="connsiteY1-20" fmla="*/ 43874 h 799585"/>
                <a:gd name="connsiteX2-21" fmla="*/ 1257910 w 1257910"/>
                <a:gd name="connsiteY2-22" fmla="*/ 170630 h 799585"/>
                <a:gd name="connsiteX3-23" fmla="*/ 628955 w 1257910"/>
                <a:gd name="connsiteY3-24" fmla="*/ 799585 h 799585"/>
                <a:gd name="connsiteX4-25" fmla="*/ 0 w 1257910"/>
                <a:gd name="connsiteY4-26" fmla="*/ 170630 h 799585"/>
                <a:gd name="connsiteX5-27" fmla="*/ 12778 w 1257910"/>
                <a:gd name="connsiteY5-28" fmla="*/ 43874 h 799585"/>
                <a:gd name="connsiteX6-29" fmla="*/ 26397 w 1257910"/>
                <a:gd name="connsiteY6-30" fmla="*/ 0 h 799585"/>
                <a:gd name="connsiteX0-31" fmla="*/ 1245132 w 1257910"/>
                <a:gd name="connsiteY0-32" fmla="*/ 43874 h 799585"/>
                <a:gd name="connsiteX1-33" fmla="*/ 1257910 w 1257910"/>
                <a:gd name="connsiteY1-34" fmla="*/ 170630 h 799585"/>
                <a:gd name="connsiteX2-35" fmla="*/ 628955 w 1257910"/>
                <a:gd name="connsiteY2-36" fmla="*/ 799585 h 799585"/>
                <a:gd name="connsiteX3-37" fmla="*/ 0 w 1257910"/>
                <a:gd name="connsiteY3-38" fmla="*/ 170630 h 799585"/>
                <a:gd name="connsiteX4-39" fmla="*/ 12778 w 1257910"/>
                <a:gd name="connsiteY4-40" fmla="*/ 43874 h 799585"/>
                <a:gd name="connsiteX5-41" fmla="*/ 26397 w 1257910"/>
                <a:gd name="connsiteY5-42" fmla="*/ 0 h 799585"/>
                <a:gd name="connsiteX0-43" fmla="*/ 1245132 w 1257910"/>
                <a:gd name="connsiteY0-44" fmla="*/ 0 h 755711"/>
                <a:gd name="connsiteX1-45" fmla="*/ 1257910 w 1257910"/>
                <a:gd name="connsiteY1-46" fmla="*/ 126756 h 755711"/>
                <a:gd name="connsiteX2-47" fmla="*/ 628955 w 1257910"/>
                <a:gd name="connsiteY2-48" fmla="*/ 755711 h 755711"/>
                <a:gd name="connsiteX3-49" fmla="*/ 0 w 1257910"/>
                <a:gd name="connsiteY3-50" fmla="*/ 126756 h 755711"/>
                <a:gd name="connsiteX4-51" fmla="*/ 12778 w 1257910"/>
                <a:gd name="connsiteY4-52" fmla="*/ 0 h 755711"/>
                <a:gd name="connsiteX0-53" fmla="*/ 1257910 w 1257910"/>
                <a:gd name="connsiteY0-54" fmla="*/ 126756 h 755711"/>
                <a:gd name="connsiteX1-55" fmla="*/ 628955 w 1257910"/>
                <a:gd name="connsiteY1-56" fmla="*/ 755711 h 755711"/>
                <a:gd name="connsiteX2-57" fmla="*/ 0 w 1257910"/>
                <a:gd name="connsiteY2-58" fmla="*/ 126756 h 755711"/>
                <a:gd name="connsiteX3-59" fmla="*/ 12778 w 1257910"/>
                <a:gd name="connsiteY3-60" fmla="*/ 0 h 755711"/>
                <a:gd name="connsiteX0-61" fmla="*/ 1257910 w 1257910"/>
                <a:gd name="connsiteY0-62" fmla="*/ 0 h 628955"/>
                <a:gd name="connsiteX1-63" fmla="*/ 628955 w 1257910"/>
                <a:gd name="connsiteY1-64" fmla="*/ 628955 h 628955"/>
                <a:gd name="connsiteX2-65" fmla="*/ 0 w 1257910"/>
                <a:gd name="connsiteY2-66" fmla="*/ 0 h 62895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257910" h="628955">
                  <a:moveTo>
                    <a:pt x="1257910" y="0"/>
                  </a:moveTo>
                  <a:cubicBezTo>
                    <a:pt x="1257910" y="347362"/>
                    <a:pt x="976317" y="628955"/>
                    <a:pt x="628955" y="628955"/>
                  </a:cubicBezTo>
                  <a:cubicBezTo>
                    <a:pt x="281593" y="628955"/>
                    <a:pt x="0" y="347362"/>
                    <a:pt x="0" y="0"/>
                  </a:cubicBezTo>
                </a:path>
              </a:pathLst>
            </a:custGeom>
            <a:noFill/>
            <a:ln>
              <a:solidFill>
                <a:schemeClr val="accent5">
                  <a:alpha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方正宝黑体 简 Medium" panose="02010600010101010101" charset="-122"/>
                <a:ea typeface="方正宝黑体 简 Medium" panose="02010600010101010101" charset="-122"/>
                <a:cs typeface="+mn-cs"/>
                <a:sym typeface="方正宝黑体 简 Medium" panose="02010600010101010101" charset="-122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方正宝黑体 简 Medium" panose="02010600010101010101" charset="-122"/>
                <a:ea typeface="方正宝黑体 简 Medium" panose="02010600010101010101" charset="-122"/>
                <a:cs typeface="+mn-cs"/>
                <a:sym typeface="方正宝黑体 简 Medium" panose="02010600010101010101" charset="-122"/>
              </a:endParaRPr>
            </a:p>
          </p:txBody>
        </p:sp>
      </p:grpSp>
      <p:sp>
        <p:nvSpPr>
          <p:cNvPr id="4105" name="任意多边形: 形状 18" descr="波浪1资源 1"/>
          <p:cNvSpPr/>
          <p:nvPr userDrawn="1">
            <p:custDataLst>
              <p:tags r:id="rId13"/>
            </p:custDataLst>
          </p:nvPr>
        </p:nvSpPr>
        <p:spPr>
          <a:xfrm flipH="1">
            <a:off x="0" y="2863850"/>
            <a:ext cx="3019425" cy="3994150"/>
          </a:xfrm>
          <a:custGeom>
            <a:avLst/>
            <a:gdLst/>
            <a:ahLst/>
            <a:cxnLst>
              <a:cxn ang="0">
                <a:pos x="3019425" y="0"/>
              </a:cxn>
              <a:cxn ang="0">
                <a:pos x="3019425" y="3993396"/>
              </a:cxn>
              <a:cxn ang="0">
                <a:pos x="0" y="3993396"/>
              </a:cxn>
              <a:cxn ang="0">
                <a:pos x="0" y="3117146"/>
              </a:cxn>
              <a:cxn ang="0">
                <a:pos x="460299" y="2656847"/>
              </a:cxn>
              <a:cxn ang="0">
                <a:pos x="876250" y="2656847"/>
              </a:cxn>
              <a:cxn ang="0">
                <a:pos x="1336549" y="2196783"/>
              </a:cxn>
              <a:cxn ang="0">
                <a:pos x="1336549" y="2196666"/>
              </a:cxn>
              <a:cxn ang="0">
                <a:pos x="1336549" y="1780714"/>
              </a:cxn>
              <a:cxn ang="0">
                <a:pos x="1796731" y="1320415"/>
              </a:cxn>
              <a:cxn ang="0">
                <a:pos x="2212800" y="1320415"/>
              </a:cxn>
              <a:cxn ang="0">
                <a:pos x="2672981" y="860234"/>
              </a:cxn>
              <a:cxn ang="0">
                <a:pos x="2672981" y="860116"/>
              </a:cxn>
              <a:cxn ang="0">
                <a:pos x="2672981" y="444400"/>
              </a:cxn>
              <a:cxn ang="0">
                <a:pos x="2954111" y="20274"/>
              </a:cxn>
              <a:cxn ang="0">
                <a:pos x="3019425" y="0"/>
              </a:cxn>
            </a:cxnLst>
            <a:pathLst>
              <a:path w="3019425" h="3993396">
                <a:moveTo>
                  <a:pt x="3019425" y="0"/>
                </a:moveTo>
                <a:lnTo>
                  <a:pt x="3019425" y="3993396"/>
                </a:lnTo>
                <a:lnTo>
                  <a:pt x="0" y="3993396"/>
                </a:lnTo>
                <a:lnTo>
                  <a:pt x="0" y="3117146"/>
                </a:lnTo>
                <a:cubicBezTo>
                  <a:pt x="0" y="2862930"/>
                  <a:pt x="206083" y="2656847"/>
                  <a:pt x="460299" y="2656847"/>
                </a:cubicBezTo>
                <a:lnTo>
                  <a:pt x="876250" y="2656847"/>
                </a:lnTo>
                <a:cubicBezTo>
                  <a:pt x="1130402" y="2656912"/>
                  <a:pt x="1336484" y="2450934"/>
                  <a:pt x="1336549" y="2196783"/>
                </a:cubicBezTo>
                <a:cubicBezTo>
                  <a:pt x="1336549" y="2196744"/>
                  <a:pt x="1336549" y="2196705"/>
                  <a:pt x="1336549" y="2196666"/>
                </a:cubicBezTo>
                <a:lnTo>
                  <a:pt x="1336549" y="1780714"/>
                </a:lnTo>
                <a:cubicBezTo>
                  <a:pt x="1336549" y="1526544"/>
                  <a:pt x="1542561" y="1320480"/>
                  <a:pt x="1796731" y="1320415"/>
                </a:cubicBezTo>
                <a:lnTo>
                  <a:pt x="2212800" y="1320415"/>
                </a:lnTo>
                <a:cubicBezTo>
                  <a:pt x="2466951" y="1320415"/>
                  <a:pt x="2672981" y="1114385"/>
                  <a:pt x="2672981" y="860234"/>
                </a:cubicBezTo>
                <a:cubicBezTo>
                  <a:pt x="2672981" y="860195"/>
                  <a:pt x="2672981" y="860155"/>
                  <a:pt x="2672981" y="860116"/>
                </a:cubicBezTo>
                <a:lnTo>
                  <a:pt x="2672981" y="444400"/>
                </a:lnTo>
                <a:cubicBezTo>
                  <a:pt x="2672981" y="253738"/>
                  <a:pt x="2788903" y="90151"/>
                  <a:pt x="2954111" y="20274"/>
                </a:cubicBezTo>
                <a:lnTo>
                  <a:pt x="3019425" y="0"/>
                </a:lnTo>
                <a:close/>
              </a:path>
            </a:pathLst>
          </a:custGeom>
          <a:solidFill>
            <a:schemeClr val="tx2">
              <a:alpha val="100000"/>
            </a:schemeClr>
          </a:solidFill>
          <a:ln w="11760">
            <a:noFill/>
          </a:ln>
        </p:spPr>
        <p:txBody>
          <a:bodyPr/>
          <a:p>
            <a:endParaRPr lang="zh-CN" altLang="en-US"/>
          </a:p>
        </p:txBody>
      </p:sp>
      <p:grpSp>
        <p:nvGrpSpPr>
          <p:cNvPr id="20" name="组合 19"/>
          <p:cNvGrpSpPr/>
          <p:nvPr>
            <p:custDataLst>
              <p:tags r:id="rId14"/>
            </p:custDataLst>
          </p:nvPr>
        </p:nvGrpSpPr>
        <p:grpSpPr>
          <a:xfrm rot="5400000">
            <a:off x="11124248" y="5691505"/>
            <a:ext cx="328295" cy="850899"/>
            <a:chOff x="8651" y="7205"/>
            <a:chExt cx="807" cy="2089"/>
          </a:xfrm>
          <a:solidFill>
            <a:schemeClr val="accent5"/>
          </a:solidFill>
        </p:grpSpPr>
        <p:grpSp>
          <p:nvGrpSpPr>
            <p:cNvPr id="21" name="组合 20"/>
            <p:cNvGrpSpPr/>
            <p:nvPr/>
          </p:nvGrpSpPr>
          <p:grpSpPr>
            <a:xfrm>
              <a:off x="8651" y="9115"/>
              <a:ext cx="806" cy="179"/>
              <a:chOff x="8651" y="9544"/>
              <a:chExt cx="806" cy="179"/>
            </a:xfrm>
            <a:grpFill/>
          </p:grpSpPr>
          <p:sp>
            <p:nvSpPr>
              <p:cNvPr id="31" name="椭圆 30"/>
              <p:cNvSpPr>
                <a:spLocks noChangeAspect="1"/>
              </p:cNvSpPr>
              <p:nvPr/>
            </p:nvSpPr>
            <p:spPr>
              <a:xfrm rot="5400000" flipH="1">
                <a:off x="9278" y="9544"/>
                <a:ext cx="179" cy="17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cs"/>
                  <a:sym typeface="方正宝黑体 简 Medium" panose="02010600010101010101" charset="-122"/>
                </a:endParaRPr>
              </a:p>
            </p:txBody>
          </p:sp>
          <p:sp>
            <p:nvSpPr>
              <p:cNvPr id="32" name="椭圆 31"/>
              <p:cNvSpPr>
                <a:spLocks noChangeAspect="1"/>
              </p:cNvSpPr>
              <p:nvPr/>
            </p:nvSpPr>
            <p:spPr>
              <a:xfrm rot="5400000" flipH="1">
                <a:off x="8651" y="9544"/>
                <a:ext cx="179" cy="17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cs"/>
                  <a:sym typeface="方正宝黑体 简 Medium" panose="02010600010101010101" charset="-122"/>
                </a:endParaRPr>
              </a:p>
            </p:txBody>
          </p:sp>
        </p:grpSp>
        <p:grpSp>
          <p:nvGrpSpPr>
            <p:cNvPr id="22" name="组合 21"/>
            <p:cNvGrpSpPr/>
            <p:nvPr/>
          </p:nvGrpSpPr>
          <p:grpSpPr>
            <a:xfrm>
              <a:off x="8651" y="8479"/>
              <a:ext cx="807" cy="178"/>
              <a:chOff x="8651" y="8765"/>
              <a:chExt cx="807" cy="178"/>
            </a:xfrm>
            <a:grpFill/>
          </p:grpSpPr>
          <p:sp>
            <p:nvSpPr>
              <p:cNvPr id="29" name="椭圆 28"/>
              <p:cNvSpPr>
                <a:spLocks noChangeAspect="1"/>
              </p:cNvSpPr>
              <p:nvPr/>
            </p:nvSpPr>
            <p:spPr>
              <a:xfrm rot="5400000" flipH="1">
                <a:off x="9279" y="8764"/>
                <a:ext cx="178" cy="17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cs"/>
                  <a:sym typeface="方正宝黑体 简 Medium" panose="02010600010101010101" charset="-122"/>
                </a:endParaRPr>
              </a:p>
            </p:txBody>
          </p:sp>
          <p:sp>
            <p:nvSpPr>
              <p:cNvPr id="30" name="椭圆 29"/>
              <p:cNvSpPr>
                <a:spLocks noChangeAspect="1"/>
              </p:cNvSpPr>
              <p:nvPr/>
            </p:nvSpPr>
            <p:spPr>
              <a:xfrm rot="5400000" flipH="1">
                <a:off x="8651" y="8764"/>
                <a:ext cx="178" cy="17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cs"/>
                  <a:sym typeface="方正宝黑体 简 Medium" panose="02010600010101010101" charset="-122"/>
                </a:endParaRPr>
              </a:p>
            </p:txBody>
          </p:sp>
        </p:grpSp>
        <p:grpSp>
          <p:nvGrpSpPr>
            <p:cNvPr id="23" name="组合 22"/>
            <p:cNvGrpSpPr/>
            <p:nvPr/>
          </p:nvGrpSpPr>
          <p:grpSpPr>
            <a:xfrm>
              <a:off x="8651" y="7842"/>
              <a:ext cx="807" cy="178"/>
              <a:chOff x="8651" y="7985"/>
              <a:chExt cx="807" cy="178"/>
            </a:xfrm>
            <a:grpFill/>
          </p:grpSpPr>
          <p:sp>
            <p:nvSpPr>
              <p:cNvPr id="27" name="椭圆 26"/>
              <p:cNvSpPr>
                <a:spLocks noChangeAspect="1"/>
              </p:cNvSpPr>
              <p:nvPr/>
            </p:nvSpPr>
            <p:spPr>
              <a:xfrm rot="5400000" flipH="1">
                <a:off x="9279" y="7984"/>
                <a:ext cx="178" cy="17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cs"/>
                  <a:sym typeface="方正宝黑体 简 Medium" panose="02010600010101010101" charset="-122"/>
                </a:endParaRPr>
              </a:p>
            </p:txBody>
          </p:sp>
          <p:sp>
            <p:nvSpPr>
              <p:cNvPr id="28" name="椭圆 27"/>
              <p:cNvSpPr>
                <a:spLocks noChangeAspect="1"/>
              </p:cNvSpPr>
              <p:nvPr/>
            </p:nvSpPr>
            <p:spPr>
              <a:xfrm rot="5400000" flipH="1">
                <a:off x="8651" y="7984"/>
                <a:ext cx="178" cy="17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cs"/>
                  <a:sym typeface="方正宝黑体 简 Medium" panose="02010600010101010101" charset="-122"/>
                </a:endParaRPr>
              </a:p>
            </p:txBody>
          </p:sp>
        </p:grpSp>
        <p:grpSp>
          <p:nvGrpSpPr>
            <p:cNvPr id="24" name="组合 23"/>
            <p:cNvGrpSpPr/>
            <p:nvPr/>
          </p:nvGrpSpPr>
          <p:grpSpPr>
            <a:xfrm>
              <a:off x="8651" y="7205"/>
              <a:ext cx="807" cy="178"/>
              <a:chOff x="8651" y="7205"/>
              <a:chExt cx="807" cy="178"/>
            </a:xfrm>
            <a:grpFill/>
          </p:grpSpPr>
          <p:sp>
            <p:nvSpPr>
              <p:cNvPr id="25" name="椭圆 24"/>
              <p:cNvSpPr>
                <a:spLocks noChangeAspect="1"/>
              </p:cNvSpPr>
              <p:nvPr/>
            </p:nvSpPr>
            <p:spPr>
              <a:xfrm rot="5400000" flipH="1">
                <a:off x="9279" y="7204"/>
                <a:ext cx="178" cy="17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cs"/>
                  <a:sym typeface="方正宝黑体 简 Medium" panose="02010600010101010101" charset="-122"/>
                </a:endParaRPr>
              </a:p>
            </p:txBody>
          </p:sp>
          <p:sp>
            <p:nvSpPr>
              <p:cNvPr id="26" name="椭圆 25"/>
              <p:cNvSpPr>
                <a:spLocks noChangeAspect="1"/>
              </p:cNvSpPr>
              <p:nvPr/>
            </p:nvSpPr>
            <p:spPr>
              <a:xfrm rot="5400000" flipH="1">
                <a:off x="8651" y="7204"/>
                <a:ext cx="178" cy="17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cs"/>
                  <a:sym typeface="方正宝黑体 简 Medium" panose="02010600010101010101" charset="-122"/>
                </a:endParaRPr>
              </a:p>
            </p:txBody>
          </p:sp>
        </p:grpSp>
      </p:grp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D5BBCDD-FFFD-41EF-8C4E-8A30888DD65C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方正宝黑体 简 Medium" panose="02010600010101010101" charset="-122"/>
                <a:ea typeface="方正宝黑体 简 Medium" panose="0201060001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方正宝黑体 简 Medium" panose="02010600010101010101" charset="-122"/>
              <a:ea typeface="方正宝黑体 简 Medium" panose="02010600010101010101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方正宝黑体 简 Medium" panose="02010600010101010101" charset="-122"/>
              <a:ea typeface="方正宝黑体 简 Medium" panose="02010600010101010101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方正宝黑体 简 Medium" panose="02010600010101010101" charset="-122"/>
              </a:rPr>
            </a:fld>
            <a:endParaRPr lang="zh-CN" altLang="en-US" dirty="0">
              <a:latin typeface="方正宝黑体 简 Medium" panose="02010600010101010101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任意多边形: 形状 6" descr="波浪2资源 2"/>
          <p:cNvSpPr/>
          <p:nvPr userDrawn="1">
            <p:custDataLst>
              <p:tags r:id="rId2"/>
            </p:custDataLst>
          </p:nvPr>
        </p:nvSpPr>
        <p:spPr>
          <a:xfrm>
            <a:off x="6886575" y="669925"/>
            <a:ext cx="5305425" cy="6192838"/>
          </a:xfrm>
          <a:custGeom>
            <a:avLst/>
            <a:gdLst/>
            <a:ahLst/>
            <a:cxnLst>
              <a:cxn ang="0">
                <a:pos x="4946557" y="0"/>
              </a:cxn>
              <a:cxn ang="0">
                <a:pos x="5304791" y="0"/>
              </a:cxn>
              <a:cxn ang="0">
                <a:pos x="5304791" y="6192323"/>
              </a:cxn>
              <a:cxn ang="0">
                <a:pos x="0" y="6192323"/>
              </a:cxn>
              <a:cxn ang="0">
                <a:pos x="0" y="4946212"/>
              </a:cxn>
              <a:cxn ang="0">
                <a:pos x="818112" y="4128101"/>
              </a:cxn>
              <a:cxn ang="0">
                <a:pos x="1295478" y="4128101"/>
              </a:cxn>
              <a:cxn ang="0">
                <a:pos x="2064682" y="3358897"/>
              </a:cxn>
              <a:cxn ang="0">
                <a:pos x="2064682" y="2881645"/>
              </a:cxn>
              <a:cxn ang="0">
                <a:pos x="2882794" y="2063648"/>
              </a:cxn>
              <a:cxn ang="0">
                <a:pos x="3360159" y="2063648"/>
              </a:cxn>
              <a:cxn ang="0">
                <a:pos x="4129363" y="1294444"/>
              </a:cxn>
              <a:cxn ang="0">
                <a:pos x="4129363" y="818112"/>
              </a:cxn>
              <a:cxn ang="0">
                <a:pos x="4946557" y="0"/>
              </a:cxn>
            </a:cxnLst>
            <a:pathLst>
              <a:path w="5304791" h="6192323">
                <a:moveTo>
                  <a:pt x="4946557" y="0"/>
                </a:moveTo>
                <a:lnTo>
                  <a:pt x="5304791" y="0"/>
                </a:lnTo>
                <a:lnTo>
                  <a:pt x="5304791" y="6192323"/>
                </a:lnTo>
                <a:lnTo>
                  <a:pt x="0" y="6192323"/>
                </a:lnTo>
                <a:lnTo>
                  <a:pt x="0" y="4946212"/>
                </a:lnTo>
                <a:cubicBezTo>
                  <a:pt x="-63" y="4494356"/>
                  <a:pt x="366255" y="4128032"/>
                  <a:pt x="818112" y="4128101"/>
                </a:cubicBezTo>
                <a:lnTo>
                  <a:pt x="1295478" y="4128101"/>
                </a:lnTo>
                <a:cubicBezTo>
                  <a:pt x="1720296" y="4128101"/>
                  <a:pt x="2064682" y="3783715"/>
                  <a:pt x="2064682" y="3358897"/>
                </a:cubicBezTo>
                <a:lnTo>
                  <a:pt x="2064682" y="2881645"/>
                </a:lnTo>
                <a:cubicBezTo>
                  <a:pt x="2064682" y="2429836"/>
                  <a:pt x="2430984" y="2063580"/>
                  <a:pt x="2882794" y="2063648"/>
                </a:cubicBezTo>
                <a:lnTo>
                  <a:pt x="3360159" y="2063648"/>
                </a:lnTo>
                <a:cubicBezTo>
                  <a:pt x="3784978" y="2063648"/>
                  <a:pt x="4129363" y="1719263"/>
                  <a:pt x="4129363" y="1294444"/>
                </a:cubicBezTo>
                <a:lnTo>
                  <a:pt x="4129363" y="818112"/>
                </a:lnTo>
                <a:cubicBezTo>
                  <a:pt x="4129295" y="366613"/>
                  <a:pt x="4495057" y="444"/>
                  <a:pt x="4946557" y="0"/>
                </a:cubicBezTo>
                <a:close/>
              </a:path>
            </a:pathLst>
          </a:custGeom>
          <a:solidFill>
            <a:schemeClr val="accent1">
              <a:alpha val="100000"/>
            </a:schemeClr>
          </a:solidFill>
          <a:ln w="11469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8" name="椭圆 7"/>
          <p:cNvSpPr/>
          <p:nvPr>
            <p:custDataLst>
              <p:tags r:id="rId3"/>
            </p:custDataLst>
          </p:nvPr>
        </p:nvSpPr>
        <p:spPr>
          <a:xfrm>
            <a:off x="6767513" y="4498975"/>
            <a:ext cx="1087438" cy="1087438"/>
          </a:xfrm>
          <a:prstGeom prst="ellipse">
            <a:avLst/>
          </a:prstGeom>
          <a:noFill/>
          <a:ln>
            <a:solidFill>
              <a:schemeClr val="accent5">
                <a:alpha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方正宝黑体 简 Medium" panose="02010600010101010101" charset="-122"/>
              <a:ea typeface="方正宝黑体 简 Medium" panose="02010600010101010101" charset="-122"/>
              <a:cs typeface="+mn-cs"/>
              <a:sym typeface="方正宝黑体 简 Medium" panose="02010600010101010101" charset="-122"/>
            </a:endParaRPr>
          </a:p>
        </p:txBody>
      </p:sp>
      <p:sp>
        <p:nvSpPr>
          <p:cNvPr id="9" name="椭圆 8"/>
          <p:cNvSpPr/>
          <p:nvPr>
            <p:custDataLst>
              <p:tags r:id="rId4"/>
            </p:custDataLst>
          </p:nvPr>
        </p:nvSpPr>
        <p:spPr>
          <a:xfrm>
            <a:off x="6615113" y="4346575"/>
            <a:ext cx="1392238" cy="1393825"/>
          </a:xfrm>
          <a:prstGeom prst="ellipse">
            <a:avLst/>
          </a:prstGeom>
          <a:noFill/>
          <a:ln>
            <a:solidFill>
              <a:schemeClr val="accent5">
                <a:alpha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方正宝黑体 简 Medium" panose="02010600010101010101" charset="-122"/>
              <a:ea typeface="方正宝黑体 简 Medium" panose="02010600010101010101" charset="-122"/>
              <a:cs typeface="+mn-cs"/>
              <a:sym typeface="方正宝黑体 简 Medium" panose="02010600010101010101" charset="-122"/>
            </a:endParaRPr>
          </a:p>
        </p:txBody>
      </p:sp>
      <p:sp>
        <p:nvSpPr>
          <p:cNvPr id="10" name="椭圆 9"/>
          <p:cNvSpPr/>
          <p:nvPr>
            <p:custDataLst>
              <p:tags r:id="rId5"/>
            </p:custDataLst>
          </p:nvPr>
        </p:nvSpPr>
        <p:spPr>
          <a:xfrm>
            <a:off x="6464300" y="4195763"/>
            <a:ext cx="1693863" cy="1693863"/>
          </a:xfrm>
          <a:prstGeom prst="ellipse">
            <a:avLst/>
          </a:prstGeom>
          <a:noFill/>
          <a:ln>
            <a:solidFill>
              <a:schemeClr val="accent5">
                <a:alpha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方正宝黑体 简 Medium" panose="02010600010101010101" charset="-122"/>
              <a:ea typeface="方正宝黑体 简 Medium" panose="02010600010101010101" charset="-122"/>
              <a:cs typeface="+mn-cs"/>
              <a:sym typeface="方正宝黑体 简 Medium" panose="02010600010101010101" charset="-122"/>
            </a:endParaRPr>
          </a:p>
        </p:txBody>
      </p:sp>
      <p:sp>
        <p:nvSpPr>
          <p:cNvPr id="11" name="椭圆 10"/>
          <p:cNvSpPr/>
          <p:nvPr>
            <p:custDataLst>
              <p:tags r:id="rId6"/>
            </p:custDataLst>
          </p:nvPr>
        </p:nvSpPr>
        <p:spPr>
          <a:xfrm>
            <a:off x="6318250" y="4049713"/>
            <a:ext cx="1985963" cy="1985963"/>
          </a:xfrm>
          <a:prstGeom prst="ellipse">
            <a:avLst/>
          </a:prstGeom>
          <a:noFill/>
          <a:ln>
            <a:solidFill>
              <a:schemeClr val="accent5">
                <a:alpha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方正宝黑体 简 Medium" panose="02010600010101010101" charset="-122"/>
              <a:ea typeface="方正宝黑体 简 Medium" panose="02010600010101010101" charset="-122"/>
              <a:cs typeface="+mn-cs"/>
              <a:sym typeface="方正宝黑体 简 Medium" panose="02010600010101010101" charset="-122"/>
            </a:endParaRPr>
          </a:p>
        </p:txBody>
      </p:sp>
      <p:sp>
        <p:nvSpPr>
          <p:cNvPr id="12" name="椭圆 11"/>
          <p:cNvSpPr/>
          <p:nvPr>
            <p:custDataLst>
              <p:tags r:id="rId7"/>
            </p:custDataLst>
          </p:nvPr>
        </p:nvSpPr>
        <p:spPr>
          <a:xfrm>
            <a:off x="6159500" y="3890963"/>
            <a:ext cx="2303463" cy="2303463"/>
          </a:xfrm>
          <a:prstGeom prst="ellipse">
            <a:avLst/>
          </a:prstGeom>
          <a:noFill/>
          <a:ln>
            <a:solidFill>
              <a:schemeClr val="accent5">
                <a:alpha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方正宝黑体 简 Medium" panose="02010600010101010101" charset="-122"/>
              <a:ea typeface="方正宝黑体 简 Medium" panose="02010600010101010101" charset="-122"/>
              <a:cs typeface="+mn-cs"/>
              <a:sym typeface="方正宝黑体 简 Medium" panose="02010600010101010101" charset="-122"/>
            </a:endParaRPr>
          </a:p>
        </p:txBody>
      </p:sp>
      <p:grpSp>
        <p:nvGrpSpPr>
          <p:cNvPr id="13" name="组合 12"/>
          <p:cNvGrpSpPr/>
          <p:nvPr>
            <p:custDataLst>
              <p:tags r:id="rId8"/>
            </p:custDataLst>
          </p:nvPr>
        </p:nvGrpSpPr>
        <p:grpSpPr>
          <a:xfrm rot="5400000">
            <a:off x="1183958" y="384809"/>
            <a:ext cx="328295" cy="850901"/>
            <a:chOff x="8651" y="7205"/>
            <a:chExt cx="807" cy="2089"/>
          </a:xfrm>
          <a:solidFill>
            <a:schemeClr val="accent5"/>
          </a:solidFill>
        </p:grpSpPr>
        <p:grpSp>
          <p:nvGrpSpPr>
            <p:cNvPr id="14" name="组合 13"/>
            <p:cNvGrpSpPr/>
            <p:nvPr/>
          </p:nvGrpSpPr>
          <p:grpSpPr>
            <a:xfrm>
              <a:off x="8651" y="9115"/>
              <a:ext cx="806" cy="179"/>
              <a:chOff x="8651" y="9544"/>
              <a:chExt cx="806" cy="179"/>
            </a:xfrm>
            <a:grpFill/>
          </p:grpSpPr>
          <p:sp>
            <p:nvSpPr>
              <p:cNvPr id="24" name="椭圆 23"/>
              <p:cNvSpPr>
                <a:spLocks noChangeAspect="1"/>
              </p:cNvSpPr>
              <p:nvPr/>
            </p:nvSpPr>
            <p:spPr>
              <a:xfrm rot="5400000" flipH="1">
                <a:off x="9278" y="9544"/>
                <a:ext cx="179" cy="17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cs"/>
                  <a:sym typeface="方正宝黑体 简 Medium" panose="02010600010101010101" charset="-122"/>
                </a:endParaRPr>
              </a:p>
            </p:txBody>
          </p:sp>
          <p:sp>
            <p:nvSpPr>
              <p:cNvPr id="25" name="椭圆 24"/>
              <p:cNvSpPr>
                <a:spLocks noChangeAspect="1"/>
              </p:cNvSpPr>
              <p:nvPr/>
            </p:nvSpPr>
            <p:spPr>
              <a:xfrm rot="5400000" flipH="1">
                <a:off x="8651" y="9544"/>
                <a:ext cx="179" cy="17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cs"/>
                  <a:sym typeface="方正宝黑体 简 Medium" panose="02010600010101010101" charset="-122"/>
                </a:endParaRPr>
              </a:p>
            </p:txBody>
          </p:sp>
        </p:grpSp>
        <p:grpSp>
          <p:nvGrpSpPr>
            <p:cNvPr id="15" name="组合 14"/>
            <p:cNvGrpSpPr/>
            <p:nvPr/>
          </p:nvGrpSpPr>
          <p:grpSpPr>
            <a:xfrm>
              <a:off x="8651" y="8479"/>
              <a:ext cx="807" cy="178"/>
              <a:chOff x="8651" y="8765"/>
              <a:chExt cx="807" cy="178"/>
            </a:xfrm>
            <a:grpFill/>
          </p:grpSpPr>
          <p:sp>
            <p:nvSpPr>
              <p:cNvPr id="22" name="椭圆 21"/>
              <p:cNvSpPr>
                <a:spLocks noChangeAspect="1"/>
              </p:cNvSpPr>
              <p:nvPr/>
            </p:nvSpPr>
            <p:spPr>
              <a:xfrm rot="5400000" flipH="1">
                <a:off x="9279" y="8764"/>
                <a:ext cx="178" cy="17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cs"/>
                  <a:sym typeface="方正宝黑体 简 Medium" panose="02010600010101010101" charset="-122"/>
                </a:endParaRPr>
              </a:p>
            </p:txBody>
          </p:sp>
          <p:sp>
            <p:nvSpPr>
              <p:cNvPr id="23" name="椭圆 22"/>
              <p:cNvSpPr>
                <a:spLocks noChangeAspect="1"/>
              </p:cNvSpPr>
              <p:nvPr/>
            </p:nvSpPr>
            <p:spPr>
              <a:xfrm rot="5400000" flipH="1">
                <a:off x="8651" y="8764"/>
                <a:ext cx="178" cy="17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cs"/>
                  <a:sym typeface="方正宝黑体 简 Medium" panose="02010600010101010101" charset="-122"/>
                </a:endParaRPr>
              </a:p>
            </p:txBody>
          </p:sp>
        </p:grpSp>
        <p:grpSp>
          <p:nvGrpSpPr>
            <p:cNvPr id="16" name="组合 15"/>
            <p:cNvGrpSpPr/>
            <p:nvPr/>
          </p:nvGrpSpPr>
          <p:grpSpPr>
            <a:xfrm>
              <a:off x="8651" y="7842"/>
              <a:ext cx="807" cy="178"/>
              <a:chOff x="8651" y="7985"/>
              <a:chExt cx="807" cy="178"/>
            </a:xfrm>
            <a:grpFill/>
          </p:grpSpPr>
          <p:sp>
            <p:nvSpPr>
              <p:cNvPr id="20" name="椭圆 19"/>
              <p:cNvSpPr>
                <a:spLocks noChangeAspect="1"/>
              </p:cNvSpPr>
              <p:nvPr/>
            </p:nvSpPr>
            <p:spPr>
              <a:xfrm rot="5400000" flipH="1">
                <a:off x="9279" y="7984"/>
                <a:ext cx="178" cy="17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cs"/>
                  <a:sym typeface="方正宝黑体 简 Medium" panose="02010600010101010101" charset="-122"/>
                </a:endParaRPr>
              </a:p>
            </p:txBody>
          </p:sp>
          <p:sp>
            <p:nvSpPr>
              <p:cNvPr id="21" name="椭圆 20"/>
              <p:cNvSpPr>
                <a:spLocks noChangeAspect="1"/>
              </p:cNvSpPr>
              <p:nvPr/>
            </p:nvSpPr>
            <p:spPr>
              <a:xfrm rot="5400000" flipH="1">
                <a:off x="8651" y="7984"/>
                <a:ext cx="178" cy="17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cs"/>
                  <a:sym typeface="方正宝黑体 简 Medium" panose="02010600010101010101" charset="-122"/>
                </a:endParaRPr>
              </a:p>
            </p:txBody>
          </p:sp>
        </p:grpSp>
        <p:grpSp>
          <p:nvGrpSpPr>
            <p:cNvPr id="17" name="组合 16"/>
            <p:cNvGrpSpPr/>
            <p:nvPr/>
          </p:nvGrpSpPr>
          <p:grpSpPr>
            <a:xfrm>
              <a:off x="8651" y="7205"/>
              <a:ext cx="807" cy="178"/>
              <a:chOff x="8651" y="7205"/>
              <a:chExt cx="807" cy="178"/>
            </a:xfrm>
            <a:grpFill/>
          </p:grpSpPr>
          <p:sp>
            <p:nvSpPr>
              <p:cNvPr id="18" name="椭圆 17"/>
              <p:cNvSpPr>
                <a:spLocks noChangeAspect="1"/>
              </p:cNvSpPr>
              <p:nvPr/>
            </p:nvSpPr>
            <p:spPr>
              <a:xfrm rot="5400000" flipH="1">
                <a:off x="9279" y="7204"/>
                <a:ext cx="178" cy="17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cs"/>
                  <a:sym typeface="方正宝黑体 简 Medium" panose="02010600010101010101" charset="-122"/>
                </a:endParaRPr>
              </a:p>
            </p:txBody>
          </p:sp>
          <p:sp>
            <p:nvSpPr>
              <p:cNvPr id="19" name="椭圆 18"/>
              <p:cNvSpPr>
                <a:spLocks noChangeAspect="1"/>
              </p:cNvSpPr>
              <p:nvPr/>
            </p:nvSpPr>
            <p:spPr>
              <a:xfrm rot="5400000" flipH="1">
                <a:off x="8651" y="7204"/>
                <a:ext cx="178" cy="17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cs"/>
                  <a:sym typeface="方正宝黑体 简 Medium" panose="02010600010101010101" charset="-122"/>
                </a:endParaRPr>
              </a:p>
            </p:txBody>
          </p:sp>
        </p:grpSp>
      </p:grpSp>
      <p:grpSp>
        <p:nvGrpSpPr>
          <p:cNvPr id="5129" name="组合 25"/>
          <p:cNvGrpSpPr/>
          <p:nvPr userDrawn="1"/>
        </p:nvGrpSpPr>
        <p:grpSpPr>
          <a:xfrm>
            <a:off x="3089275" y="0"/>
            <a:ext cx="2728913" cy="1363663"/>
            <a:chOff x="3089660" y="0"/>
            <a:chExt cx="2728840" cy="1364420"/>
          </a:xfrm>
        </p:grpSpPr>
        <p:sp>
          <p:nvSpPr>
            <p:cNvPr id="27" name="任意多边形: 形状 26"/>
            <p:cNvSpPr/>
            <p:nvPr>
              <p:custDataLst>
                <p:tags r:id="rId9"/>
              </p:custDataLst>
            </p:nvPr>
          </p:nvSpPr>
          <p:spPr>
            <a:xfrm>
              <a:off x="3825125" y="0"/>
              <a:ext cx="1257910" cy="628955"/>
            </a:xfrm>
            <a:custGeom>
              <a:avLst/>
              <a:gdLst>
                <a:gd name="connsiteX0" fmla="*/ 26397 w 1257910"/>
                <a:gd name="connsiteY0" fmla="*/ 0 h 799585"/>
                <a:gd name="connsiteX1" fmla="*/ 1231513 w 1257910"/>
                <a:gd name="connsiteY1" fmla="*/ 0 h 799585"/>
                <a:gd name="connsiteX2" fmla="*/ 1245132 w 1257910"/>
                <a:gd name="connsiteY2" fmla="*/ 43874 h 799585"/>
                <a:gd name="connsiteX3" fmla="*/ 1257910 w 1257910"/>
                <a:gd name="connsiteY3" fmla="*/ 170630 h 799585"/>
                <a:gd name="connsiteX4" fmla="*/ 628955 w 1257910"/>
                <a:gd name="connsiteY4" fmla="*/ 799585 h 799585"/>
                <a:gd name="connsiteX5" fmla="*/ 0 w 1257910"/>
                <a:gd name="connsiteY5" fmla="*/ 170630 h 799585"/>
                <a:gd name="connsiteX6" fmla="*/ 12778 w 1257910"/>
                <a:gd name="connsiteY6" fmla="*/ 43874 h 799585"/>
                <a:gd name="connsiteX7" fmla="*/ 26397 w 1257910"/>
                <a:gd name="connsiteY7" fmla="*/ 0 h 799585"/>
                <a:gd name="connsiteX0-1" fmla="*/ 1231513 w 1322953"/>
                <a:gd name="connsiteY0-2" fmla="*/ 0 h 799585"/>
                <a:gd name="connsiteX1-3" fmla="*/ 1245132 w 1322953"/>
                <a:gd name="connsiteY1-4" fmla="*/ 43874 h 799585"/>
                <a:gd name="connsiteX2-5" fmla="*/ 1257910 w 1322953"/>
                <a:gd name="connsiteY2-6" fmla="*/ 170630 h 799585"/>
                <a:gd name="connsiteX3-7" fmla="*/ 628955 w 1322953"/>
                <a:gd name="connsiteY3-8" fmla="*/ 799585 h 799585"/>
                <a:gd name="connsiteX4-9" fmla="*/ 0 w 1322953"/>
                <a:gd name="connsiteY4-10" fmla="*/ 170630 h 799585"/>
                <a:gd name="connsiteX5-11" fmla="*/ 12778 w 1322953"/>
                <a:gd name="connsiteY5-12" fmla="*/ 43874 h 799585"/>
                <a:gd name="connsiteX6-13" fmla="*/ 26397 w 1322953"/>
                <a:gd name="connsiteY6-14" fmla="*/ 0 h 799585"/>
                <a:gd name="connsiteX7-15" fmla="*/ 1322953 w 1322953"/>
                <a:gd name="connsiteY7-16" fmla="*/ 91440 h 799585"/>
                <a:gd name="connsiteX0-17" fmla="*/ 1231513 w 1257910"/>
                <a:gd name="connsiteY0-18" fmla="*/ 0 h 799585"/>
                <a:gd name="connsiteX1-19" fmla="*/ 1245132 w 1257910"/>
                <a:gd name="connsiteY1-20" fmla="*/ 43874 h 799585"/>
                <a:gd name="connsiteX2-21" fmla="*/ 1257910 w 1257910"/>
                <a:gd name="connsiteY2-22" fmla="*/ 170630 h 799585"/>
                <a:gd name="connsiteX3-23" fmla="*/ 628955 w 1257910"/>
                <a:gd name="connsiteY3-24" fmla="*/ 799585 h 799585"/>
                <a:gd name="connsiteX4-25" fmla="*/ 0 w 1257910"/>
                <a:gd name="connsiteY4-26" fmla="*/ 170630 h 799585"/>
                <a:gd name="connsiteX5-27" fmla="*/ 12778 w 1257910"/>
                <a:gd name="connsiteY5-28" fmla="*/ 43874 h 799585"/>
                <a:gd name="connsiteX6-29" fmla="*/ 26397 w 1257910"/>
                <a:gd name="connsiteY6-30" fmla="*/ 0 h 799585"/>
                <a:gd name="connsiteX0-31" fmla="*/ 1245132 w 1257910"/>
                <a:gd name="connsiteY0-32" fmla="*/ 43874 h 799585"/>
                <a:gd name="connsiteX1-33" fmla="*/ 1257910 w 1257910"/>
                <a:gd name="connsiteY1-34" fmla="*/ 170630 h 799585"/>
                <a:gd name="connsiteX2-35" fmla="*/ 628955 w 1257910"/>
                <a:gd name="connsiteY2-36" fmla="*/ 799585 h 799585"/>
                <a:gd name="connsiteX3-37" fmla="*/ 0 w 1257910"/>
                <a:gd name="connsiteY3-38" fmla="*/ 170630 h 799585"/>
                <a:gd name="connsiteX4-39" fmla="*/ 12778 w 1257910"/>
                <a:gd name="connsiteY4-40" fmla="*/ 43874 h 799585"/>
                <a:gd name="connsiteX5-41" fmla="*/ 26397 w 1257910"/>
                <a:gd name="connsiteY5-42" fmla="*/ 0 h 799585"/>
                <a:gd name="connsiteX0-43" fmla="*/ 1245132 w 1257910"/>
                <a:gd name="connsiteY0-44" fmla="*/ 0 h 755711"/>
                <a:gd name="connsiteX1-45" fmla="*/ 1257910 w 1257910"/>
                <a:gd name="connsiteY1-46" fmla="*/ 126756 h 755711"/>
                <a:gd name="connsiteX2-47" fmla="*/ 628955 w 1257910"/>
                <a:gd name="connsiteY2-48" fmla="*/ 755711 h 755711"/>
                <a:gd name="connsiteX3-49" fmla="*/ 0 w 1257910"/>
                <a:gd name="connsiteY3-50" fmla="*/ 126756 h 755711"/>
                <a:gd name="connsiteX4-51" fmla="*/ 12778 w 1257910"/>
                <a:gd name="connsiteY4-52" fmla="*/ 0 h 755711"/>
                <a:gd name="connsiteX0-53" fmla="*/ 1257910 w 1257910"/>
                <a:gd name="connsiteY0-54" fmla="*/ 126756 h 755711"/>
                <a:gd name="connsiteX1-55" fmla="*/ 628955 w 1257910"/>
                <a:gd name="connsiteY1-56" fmla="*/ 755711 h 755711"/>
                <a:gd name="connsiteX2-57" fmla="*/ 0 w 1257910"/>
                <a:gd name="connsiteY2-58" fmla="*/ 126756 h 755711"/>
                <a:gd name="connsiteX3-59" fmla="*/ 12778 w 1257910"/>
                <a:gd name="connsiteY3-60" fmla="*/ 0 h 755711"/>
                <a:gd name="connsiteX0-61" fmla="*/ 1257910 w 1257910"/>
                <a:gd name="connsiteY0-62" fmla="*/ 0 h 628955"/>
                <a:gd name="connsiteX1-63" fmla="*/ 628955 w 1257910"/>
                <a:gd name="connsiteY1-64" fmla="*/ 628955 h 628955"/>
                <a:gd name="connsiteX2-65" fmla="*/ 0 w 1257910"/>
                <a:gd name="connsiteY2-66" fmla="*/ 0 h 62895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257910" h="628955">
                  <a:moveTo>
                    <a:pt x="1257910" y="0"/>
                  </a:moveTo>
                  <a:cubicBezTo>
                    <a:pt x="1257910" y="347362"/>
                    <a:pt x="976317" y="628955"/>
                    <a:pt x="628955" y="628955"/>
                  </a:cubicBezTo>
                  <a:cubicBezTo>
                    <a:pt x="281593" y="628955"/>
                    <a:pt x="0" y="347362"/>
                    <a:pt x="0" y="0"/>
                  </a:cubicBezTo>
                </a:path>
              </a:pathLst>
            </a:custGeom>
            <a:noFill/>
            <a:ln>
              <a:solidFill>
                <a:schemeClr val="accent5">
                  <a:alpha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方正宝黑体 简 Medium" panose="02010600010101010101" charset="-122"/>
                <a:ea typeface="方正宝黑体 简 Medium" panose="02010600010101010101" charset="-122"/>
                <a:cs typeface="+mn-cs"/>
                <a:sym typeface="方正宝黑体 简 Medium" panose="02010600010101010101" charset="-122"/>
              </a:endParaRPr>
            </a:p>
          </p:txBody>
        </p:sp>
        <p:sp>
          <p:nvSpPr>
            <p:cNvPr id="28" name="任意多边形: 形状 27"/>
            <p:cNvSpPr/>
            <p:nvPr>
              <p:custDataLst>
                <p:tags r:id="rId10"/>
              </p:custDataLst>
            </p:nvPr>
          </p:nvSpPr>
          <p:spPr>
            <a:xfrm>
              <a:off x="3651277" y="0"/>
              <a:ext cx="1605606" cy="802804"/>
            </a:xfrm>
            <a:custGeom>
              <a:avLst/>
              <a:gdLst>
                <a:gd name="connsiteX0" fmla="*/ 26397 w 1257910"/>
                <a:gd name="connsiteY0" fmla="*/ 0 h 799585"/>
                <a:gd name="connsiteX1" fmla="*/ 1231513 w 1257910"/>
                <a:gd name="connsiteY1" fmla="*/ 0 h 799585"/>
                <a:gd name="connsiteX2" fmla="*/ 1245132 w 1257910"/>
                <a:gd name="connsiteY2" fmla="*/ 43874 h 799585"/>
                <a:gd name="connsiteX3" fmla="*/ 1257910 w 1257910"/>
                <a:gd name="connsiteY3" fmla="*/ 170630 h 799585"/>
                <a:gd name="connsiteX4" fmla="*/ 628955 w 1257910"/>
                <a:gd name="connsiteY4" fmla="*/ 799585 h 799585"/>
                <a:gd name="connsiteX5" fmla="*/ 0 w 1257910"/>
                <a:gd name="connsiteY5" fmla="*/ 170630 h 799585"/>
                <a:gd name="connsiteX6" fmla="*/ 12778 w 1257910"/>
                <a:gd name="connsiteY6" fmla="*/ 43874 h 799585"/>
                <a:gd name="connsiteX7" fmla="*/ 26397 w 1257910"/>
                <a:gd name="connsiteY7" fmla="*/ 0 h 799585"/>
                <a:gd name="connsiteX0-1" fmla="*/ 1231513 w 1322953"/>
                <a:gd name="connsiteY0-2" fmla="*/ 0 h 799585"/>
                <a:gd name="connsiteX1-3" fmla="*/ 1245132 w 1322953"/>
                <a:gd name="connsiteY1-4" fmla="*/ 43874 h 799585"/>
                <a:gd name="connsiteX2-5" fmla="*/ 1257910 w 1322953"/>
                <a:gd name="connsiteY2-6" fmla="*/ 170630 h 799585"/>
                <a:gd name="connsiteX3-7" fmla="*/ 628955 w 1322953"/>
                <a:gd name="connsiteY3-8" fmla="*/ 799585 h 799585"/>
                <a:gd name="connsiteX4-9" fmla="*/ 0 w 1322953"/>
                <a:gd name="connsiteY4-10" fmla="*/ 170630 h 799585"/>
                <a:gd name="connsiteX5-11" fmla="*/ 12778 w 1322953"/>
                <a:gd name="connsiteY5-12" fmla="*/ 43874 h 799585"/>
                <a:gd name="connsiteX6-13" fmla="*/ 26397 w 1322953"/>
                <a:gd name="connsiteY6-14" fmla="*/ 0 h 799585"/>
                <a:gd name="connsiteX7-15" fmla="*/ 1322953 w 1322953"/>
                <a:gd name="connsiteY7-16" fmla="*/ 91440 h 799585"/>
                <a:gd name="connsiteX0-17" fmla="*/ 1231513 w 1257910"/>
                <a:gd name="connsiteY0-18" fmla="*/ 0 h 799585"/>
                <a:gd name="connsiteX1-19" fmla="*/ 1245132 w 1257910"/>
                <a:gd name="connsiteY1-20" fmla="*/ 43874 h 799585"/>
                <a:gd name="connsiteX2-21" fmla="*/ 1257910 w 1257910"/>
                <a:gd name="connsiteY2-22" fmla="*/ 170630 h 799585"/>
                <a:gd name="connsiteX3-23" fmla="*/ 628955 w 1257910"/>
                <a:gd name="connsiteY3-24" fmla="*/ 799585 h 799585"/>
                <a:gd name="connsiteX4-25" fmla="*/ 0 w 1257910"/>
                <a:gd name="connsiteY4-26" fmla="*/ 170630 h 799585"/>
                <a:gd name="connsiteX5-27" fmla="*/ 12778 w 1257910"/>
                <a:gd name="connsiteY5-28" fmla="*/ 43874 h 799585"/>
                <a:gd name="connsiteX6-29" fmla="*/ 26397 w 1257910"/>
                <a:gd name="connsiteY6-30" fmla="*/ 0 h 799585"/>
                <a:gd name="connsiteX0-31" fmla="*/ 1245132 w 1257910"/>
                <a:gd name="connsiteY0-32" fmla="*/ 43874 h 799585"/>
                <a:gd name="connsiteX1-33" fmla="*/ 1257910 w 1257910"/>
                <a:gd name="connsiteY1-34" fmla="*/ 170630 h 799585"/>
                <a:gd name="connsiteX2-35" fmla="*/ 628955 w 1257910"/>
                <a:gd name="connsiteY2-36" fmla="*/ 799585 h 799585"/>
                <a:gd name="connsiteX3-37" fmla="*/ 0 w 1257910"/>
                <a:gd name="connsiteY3-38" fmla="*/ 170630 h 799585"/>
                <a:gd name="connsiteX4-39" fmla="*/ 12778 w 1257910"/>
                <a:gd name="connsiteY4-40" fmla="*/ 43874 h 799585"/>
                <a:gd name="connsiteX5-41" fmla="*/ 26397 w 1257910"/>
                <a:gd name="connsiteY5-42" fmla="*/ 0 h 799585"/>
                <a:gd name="connsiteX0-43" fmla="*/ 1245132 w 1257910"/>
                <a:gd name="connsiteY0-44" fmla="*/ 0 h 755711"/>
                <a:gd name="connsiteX1-45" fmla="*/ 1257910 w 1257910"/>
                <a:gd name="connsiteY1-46" fmla="*/ 126756 h 755711"/>
                <a:gd name="connsiteX2-47" fmla="*/ 628955 w 1257910"/>
                <a:gd name="connsiteY2-48" fmla="*/ 755711 h 755711"/>
                <a:gd name="connsiteX3-49" fmla="*/ 0 w 1257910"/>
                <a:gd name="connsiteY3-50" fmla="*/ 126756 h 755711"/>
                <a:gd name="connsiteX4-51" fmla="*/ 12778 w 1257910"/>
                <a:gd name="connsiteY4-52" fmla="*/ 0 h 755711"/>
                <a:gd name="connsiteX0-53" fmla="*/ 1257910 w 1257910"/>
                <a:gd name="connsiteY0-54" fmla="*/ 126756 h 755711"/>
                <a:gd name="connsiteX1-55" fmla="*/ 628955 w 1257910"/>
                <a:gd name="connsiteY1-56" fmla="*/ 755711 h 755711"/>
                <a:gd name="connsiteX2-57" fmla="*/ 0 w 1257910"/>
                <a:gd name="connsiteY2-58" fmla="*/ 126756 h 755711"/>
                <a:gd name="connsiteX3-59" fmla="*/ 12778 w 1257910"/>
                <a:gd name="connsiteY3-60" fmla="*/ 0 h 755711"/>
                <a:gd name="connsiteX0-61" fmla="*/ 1257910 w 1257910"/>
                <a:gd name="connsiteY0-62" fmla="*/ 0 h 628955"/>
                <a:gd name="connsiteX1-63" fmla="*/ 628955 w 1257910"/>
                <a:gd name="connsiteY1-64" fmla="*/ 628955 h 628955"/>
                <a:gd name="connsiteX2-65" fmla="*/ 0 w 1257910"/>
                <a:gd name="connsiteY2-66" fmla="*/ 0 h 62895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257910" h="628955">
                  <a:moveTo>
                    <a:pt x="1257910" y="0"/>
                  </a:moveTo>
                  <a:cubicBezTo>
                    <a:pt x="1257910" y="347362"/>
                    <a:pt x="976317" y="628955"/>
                    <a:pt x="628955" y="628955"/>
                  </a:cubicBezTo>
                  <a:cubicBezTo>
                    <a:pt x="281593" y="628955"/>
                    <a:pt x="0" y="347362"/>
                    <a:pt x="0" y="0"/>
                  </a:cubicBezTo>
                </a:path>
              </a:pathLst>
            </a:custGeom>
            <a:noFill/>
            <a:ln>
              <a:solidFill>
                <a:schemeClr val="accent5">
                  <a:alpha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方正宝黑体 简 Medium" panose="02010600010101010101" charset="-122"/>
                <a:ea typeface="方正宝黑体 简 Medium" panose="02010600010101010101" charset="-122"/>
                <a:cs typeface="+mn-cs"/>
                <a:sym typeface="方正宝黑体 简 Medium" panose="02010600010101010101" charset="-122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方正宝黑体 简 Medium" panose="02010600010101010101" charset="-122"/>
                <a:ea typeface="方正宝黑体 简 Medium" panose="02010600010101010101" charset="-122"/>
                <a:cs typeface="+mn-cs"/>
                <a:sym typeface="方正宝黑体 简 Medium" panose="02010600010101010101" charset="-122"/>
              </a:endParaRPr>
            </a:p>
          </p:txBody>
        </p:sp>
        <p:sp>
          <p:nvSpPr>
            <p:cNvPr id="29" name="任意多边形: 形状 28"/>
            <p:cNvSpPr/>
            <p:nvPr>
              <p:custDataLst>
                <p:tags r:id="rId11"/>
              </p:custDataLst>
            </p:nvPr>
          </p:nvSpPr>
          <p:spPr>
            <a:xfrm>
              <a:off x="3483452" y="0"/>
              <a:ext cx="1941257" cy="970629"/>
            </a:xfrm>
            <a:custGeom>
              <a:avLst/>
              <a:gdLst>
                <a:gd name="connsiteX0" fmla="*/ 26397 w 1257910"/>
                <a:gd name="connsiteY0" fmla="*/ 0 h 799585"/>
                <a:gd name="connsiteX1" fmla="*/ 1231513 w 1257910"/>
                <a:gd name="connsiteY1" fmla="*/ 0 h 799585"/>
                <a:gd name="connsiteX2" fmla="*/ 1245132 w 1257910"/>
                <a:gd name="connsiteY2" fmla="*/ 43874 h 799585"/>
                <a:gd name="connsiteX3" fmla="*/ 1257910 w 1257910"/>
                <a:gd name="connsiteY3" fmla="*/ 170630 h 799585"/>
                <a:gd name="connsiteX4" fmla="*/ 628955 w 1257910"/>
                <a:gd name="connsiteY4" fmla="*/ 799585 h 799585"/>
                <a:gd name="connsiteX5" fmla="*/ 0 w 1257910"/>
                <a:gd name="connsiteY5" fmla="*/ 170630 h 799585"/>
                <a:gd name="connsiteX6" fmla="*/ 12778 w 1257910"/>
                <a:gd name="connsiteY6" fmla="*/ 43874 h 799585"/>
                <a:gd name="connsiteX7" fmla="*/ 26397 w 1257910"/>
                <a:gd name="connsiteY7" fmla="*/ 0 h 799585"/>
                <a:gd name="connsiteX0-1" fmla="*/ 1231513 w 1322953"/>
                <a:gd name="connsiteY0-2" fmla="*/ 0 h 799585"/>
                <a:gd name="connsiteX1-3" fmla="*/ 1245132 w 1322953"/>
                <a:gd name="connsiteY1-4" fmla="*/ 43874 h 799585"/>
                <a:gd name="connsiteX2-5" fmla="*/ 1257910 w 1322953"/>
                <a:gd name="connsiteY2-6" fmla="*/ 170630 h 799585"/>
                <a:gd name="connsiteX3-7" fmla="*/ 628955 w 1322953"/>
                <a:gd name="connsiteY3-8" fmla="*/ 799585 h 799585"/>
                <a:gd name="connsiteX4-9" fmla="*/ 0 w 1322953"/>
                <a:gd name="connsiteY4-10" fmla="*/ 170630 h 799585"/>
                <a:gd name="connsiteX5-11" fmla="*/ 12778 w 1322953"/>
                <a:gd name="connsiteY5-12" fmla="*/ 43874 h 799585"/>
                <a:gd name="connsiteX6-13" fmla="*/ 26397 w 1322953"/>
                <a:gd name="connsiteY6-14" fmla="*/ 0 h 799585"/>
                <a:gd name="connsiteX7-15" fmla="*/ 1322953 w 1322953"/>
                <a:gd name="connsiteY7-16" fmla="*/ 91440 h 799585"/>
                <a:gd name="connsiteX0-17" fmla="*/ 1231513 w 1257910"/>
                <a:gd name="connsiteY0-18" fmla="*/ 0 h 799585"/>
                <a:gd name="connsiteX1-19" fmla="*/ 1245132 w 1257910"/>
                <a:gd name="connsiteY1-20" fmla="*/ 43874 h 799585"/>
                <a:gd name="connsiteX2-21" fmla="*/ 1257910 w 1257910"/>
                <a:gd name="connsiteY2-22" fmla="*/ 170630 h 799585"/>
                <a:gd name="connsiteX3-23" fmla="*/ 628955 w 1257910"/>
                <a:gd name="connsiteY3-24" fmla="*/ 799585 h 799585"/>
                <a:gd name="connsiteX4-25" fmla="*/ 0 w 1257910"/>
                <a:gd name="connsiteY4-26" fmla="*/ 170630 h 799585"/>
                <a:gd name="connsiteX5-27" fmla="*/ 12778 w 1257910"/>
                <a:gd name="connsiteY5-28" fmla="*/ 43874 h 799585"/>
                <a:gd name="connsiteX6-29" fmla="*/ 26397 w 1257910"/>
                <a:gd name="connsiteY6-30" fmla="*/ 0 h 799585"/>
                <a:gd name="connsiteX0-31" fmla="*/ 1245132 w 1257910"/>
                <a:gd name="connsiteY0-32" fmla="*/ 43874 h 799585"/>
                <a:gd name="connsiteX1-33" fmla="*/ 1257910 w 1257910"/>
                <a:gd name="connsiteY1-34" fmla="*/ 170630 h 799585"/>
                <a:gd name="connsiteX2-35" fmla="*/ 628955 w 1257910"/>
                <a:gd name="connsiteY2-36" fmla="*/ 799585 h 799585"/>
                <a:gd name="connsiteX3-37" fmla="*/ 0 w 1257910"/>
                <a:gd name="connsiteY3-38" fmla="*/ 170630 h 799585"/>
                <a:gd name="connsiteX4-39" fmla="*/ 12778 w 1257910"/>
                <a:gd name="connsiteY4-40" fmla="*/ 43874 h 799585"/>
                <a:gd name="connsiteX5-41" fmla="*/ 26397 w 1257910"/>
                <a:gd name="connsiteY5-42" fmla="*/ 0 h 799585"/>
                <a:gd name="connsiteX0-43" fmla="*/ 1245132 w 1257910"/>
                <a:gd name="connsiteY0-44" fmla="*/ 0 h 755711"/>
                <a:gd name="connsiteX1-45" fmla="*/ 1257910 w 1257910"/>
                <a:gd name="connsiteY1-46" fmla="*/ 126756 h 755711"/>
                <a:gd name="connsiteX2-47" fmla="*/ 628955 w 1257910"/>
                <a:gd name="connsiteY2-48" fmla="*/ 755711 h 755711"/>
                <a:gd name="connsiteX3-49" fmla="*/ 0 w 1257910"/>
                <a:gd name="connsiteY3-50" fmla="*/ 126756 h 755711"/>
                <a:gd name="connsiteX4-51" fmla="*/ 12778 w 1257910"/>
                <a:gd name="connsiteY4-52" fmla="*/ 0 h 755711"/>
                <a:gd name="connsiteX0-53" fmla="*/ 1257910 w 1257910"/>
                <a:gd name="connsiteY0-54" fmla="*/ 126756 h 755711"/>
                <a:gd name="connsiteX1-55" fmla="*/ 628955 w 1257910"/>
                <a:gd name="connsiteY1-56" fmla="*/ 755711 h 755711"/>
                <a:gd name="connsiteX2-57" fmla="*/ 0 w 1257910"/>
                <a:gd name="connsiteY2-58" fmla="*/ 126756 h 755711"/>
                <a:gd name="connsiteX3-59" fmla="*/ 12778 w 1257910"/>
                <a:gd name="connsiteY3-60" fmla="*/ 0 h 755711"/>
                <a:gd name="connsiteX0-61" fmla="*/ 1257910 w 1257910"/>
                <a:gd name="connsiteY0-62" fmla="*/ 0 h 628955"/>
                <a:gd name="connsiteX1-63" fmla="*/ 628955 w 1257910"/>
                <a:gd name="connsiteY1-64" fmla="*/ 628955 h 628955"/>
                <a:gd name="connsiteX2-65" fmla="*/ 0 w 1257910"/>
                <a:gd name="connsiteY2-66" fmla="*/ 0 h 62895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257910" h="628955">
                  <a:moveTo>
                    <a:pt x="1257910" y="0"/>
                  </a:moveTo>
                  <a:cubicBezTo>
                    <a:pt x="1257910" y="347362"/>
                    <a:pt x="976317" y="628955"/>
                    <a:pt x="628955" y="628955"/>
                  </a:cubicBezTo>
                  <a:cubicBezTo>
                    <a:pt x="281593" y="628955"/>
                    <a:pt x="0" y="347362"/>
                    <a:pt x="0" y="0"/>
                  </a:cubicBezTo>
                </a:path>
              </a:pathLst>
            </a:custGeom>
            <a:noFill/>
            <a:ln>
              <a:solidFill>
                <a:schemeClr val="accent5">
                  <a:alpha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方正宝黑体 简 Medium" panose="02010600010101010101" charset="-122"/>
                <a:ea typeface="方正宝黑体 简 Medium" panose="02010600010101010101" charset="-122"/>
                <a:cs typeface="+mn-cs"/>
                <a:sym typeface="方正宝黑体 简 Medium" panose="02010600010101010101" charset="-122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方正宝黑体 简 Medium" panose="02010600010101010101" charset="-122"/>
                <a:ea typeface="方正宝黑体 简 Medium" panose="02010600010101010101" charset="-122"/>
                <a:cs typeface="+mn-cs"/>
                <a:sym typeface="方正宝黑体 简 Medium" panose="02010600010101010101" charset="-122"/>
              </a:endParaRPr>
            </a:p>
          </p:txBody>
        </p:sp>
        <p:sp>
          <p:nvSpPr>
            <p:cNvPr id="30" name="任意多边形: 形状 29"/>
            <p:cNvSpPr/>
            <p:nvPr>
              <p:custDataLst>
                <p:tags r:id="rId12"/>
              </p:custDataLst>
            </p:nvPr>
          </p:nvSpPr>
          <p:spPr>
            <a:xfrm>
              <a:off x="3301845" y="0"/>
              <a:ext cx="2304471" cy="1152236"/>
            </a:xfrm>
            <a:custGeom>
              <a:avLst/>
              <a:gdLst>
                <a:gd name="connsiteX0" fmla="*/ 26397 w 1257910"/>
                <a:gd name="connsiteY0" fmla="*/ 0 h 799585"/>
                <a:gd name="connsiteX1" fmla="*/ 1231513 w 1257910"/>
                <a:gd name="connsiteY1" fmla="*/ 0 h 799585"/>
                <a:gd name="connsiteX2" fmla="*/ 1245132 w 1257910"/>
                <a:gd name="connsiteY2" fmla="*/ 43874 h 799585"/>
                <a:gd name="connsiteX3" fmla="*/ 1257910 w 1257910"/>
                <a:gd name="connsiteY3" fmla="*/ 170630 h 799585"/>
                <a:gd name="connsiteX4" fmla="*/ 628955 w 1257910"/>
                <a:gd name="connsiteY4" fmla="*/ 799585 h 799585"/>
                <a:gd name="connsiteX5" fmla="*/ 0 w 1257910"/>
                <a:gd name="connsiteY5" fmla="*/ 170630 h 799585"/>
                <a:gd name="connsiteX6" fmla="*/ 12778 w 1257910"/>
                <a:gd name="connsiteY6" fmla="*/ 43874 h 799585"/>
                <a:gd name="connsiteX7" fmla="*/ 26397 w 1257910"/>
                <a:gd name="connsiteY7" fmla="*/ 0 h 799585"/>
                <a:gd name="connsiteX0-1" fmla="*/ 1231513 w 1322953"/>
                <a:gd name="connsiteY0-2" fmla="*/ 0 h 799585"/>
                <a:gd name="connsiteX1-3" fmla="*/ 1245132 w 1322953"/>
                <a:gd name="connsiteY1-4" fmla="*/ 43874 h 799585"/>
                <a:gd name="connsiteX2-5" fmla="*/ 1257910 w 1322953"/>
                <a:gd name="connsiteY2-6" fmla="*/ 170630 h 799585"/>
                <a:gd name="connsiteX3-7" fmla="*/ 628955 w 1322953"/>
                <a:gd name="connsiteY3-8" fmla="*/ 799585 h 799585"/>
                <a:gd name="connsiteX4-9" fmla="*/ 0 w 1322953"/>
                <a:gd name="connsiteY4-10" fmla="*/ 170630 h 799585"/>
                <a:gd name="connsiteX5-11" fmla="*/ 12778 w 1322953"/>
                <a:gd name="connsiteY5-12" fmla="*/ 43874 h 799585"/>
                <a:gd name="connsiteX6-13" fmla="*/ 26397 w 1322953"/>
                <a:gd name="connsiteY6-14" fmla="*/ 0 h 799585"/>
                <a:gd name="connsiteX7-15" fmla="*/ 1322953 w 1322953"/>
                <a:gd name="connsiteY7-16" fmla="*/ 91440 h 799585"/>
                <a:gd name="connsiteX0-17" fmla="*/ 1231513 w 1257910"/>
                <a:gd name="connsiteY0-18" fmla="*/ 0 h 799585"/>
                <a:gd name="connsiteX1-19" fmla="*/ 1245132 w 1257910"/>
                <a:gd name="connsiteY1-20" fmla="*/ 43874 h 799585"/>
                <a:gd name="connsiteX2-21" fmla="*/ 1257910 w 1257910"/>
                <a:gd name="connsiteY2-22" fmla="*/ 170630 h 799585"/>
                <a:gd name="connsiteX3-23" fmla="*/ 628955 w 1257910"/>
                <a:gd name="connsiteY3-24" fmla="*/ 799585 h 799585"/>
                <a:gd name="connsiteX4-25" fmla="*/ 0 w 1257910"/>
                <a:gd name="connsiteY4-26" fmla="*/ 170630 h 799585"/>
                <a:gd name="connsiteX5-27" fmla="*/ 12778 w 1257910"/>
                <a:gd name="connsiteY5-28" fmla="*/ 43874 h 799585"/>
                <a:gd name="connsiteX6-29" fmla="*/ 26397 w 1257910"/>
                <a:gd name="connsiteY6-30" fmla="*/ 0 h 799585"/>
                <a:gd name="connsiteX0-31" fmla="*/ 1245132 w 1257910"/>
                <a:gd name="connsiteY0-32" fmla="*/ 43874 h 799585"/>
                <a:gd name="connsiteX1-33" fmla="*/ 1257910 w 1257910"/>
                <a:gd name="connsiteY1-34" fmla="*/ 170630 h 799585"/>
                <a:gd name="connsiteX2-35" fmla="*/ 628955 w 1257910"/>
                <a:gd name="connsiteY2-36" fmla="*/ 799585 h 799585"/>
                <a:gd name="connsiteX3-37" fmla="*/ 0 w 1257910"/>
                <a:gd name="connsiteY3-38" fmla="*/ 170630 h 799585"/>
                <a:gd name="connsiteX4-39" fmla="*/ 12778 w 1257910"/>
                <a:gd name="connsiteY4-40" fmla="*/ 43874 h 799585"/>
                <a:gd name="connsiteX5-41" fmla="*/ 26397 w 1257910"/>
                <a:gd name="connsiteY5-42" fmla="*/ 0 h 799585"/>
                <a:gd name="connsiteX0-43" fmla="*/ 1245132 w 1257910"/>
                <a:gd name="connsiteY0-44" fmla="*/ 0 h 755711"/>
                <a:gd name="connsiteX1-45" fmla="*/ 1257910 w 1257910"/>
                <a:gd name="connsiteY1-46" fmla="*/ 126756 h 755711"/>
                <a:gd name="connsiteX2-47" fmla="*/ 628955 w 1257910"/>
                <a:gd name="connsiteY2-48" fmla="*/ 755711 h 755711"/>
                <a:gd name="connsiteX3-49" fmla="*/ 0 w 1257910"/>
                <a:gd name="connsiteY3-50" fmla="*/ 126756 h 755711"/>
                <a:gd name="connsiteX4-51" fmla="*/ 12778 w 1257910"/>
                <a:gd name="connsiteY4-52" fmla="*/ 0 h 755711"/>
                <a:gd name="connsiteX0-53" fmla="*/ 1257910 w 1257910"/>
                <a:gd name="connsiteY0-54" fmla="*/ 126756 h 755711"/>
                <a:gd name="connsiteX1-55" fmla="*/ 628955 w 1257910"/>
                <a:gd name="connsiteY1-56" fmla="*/ 755711 h 755711"/>
                <a:gd name="connsiteX2-57" fmla="*/ 0 w 1257910"/>
                <a:gd name="connsiteY2-58" fmla="*/ 126756 h 755711"/>
                <a:gd name="connsiteX3-59" fmla="*/ 12778 w 1257910"/>
                <a:gd name="connsiteY3-60" fmla="*/ 0 h 755711"/>
                <a:gd name="connsiteX0-61" fmla="*/ 1257910 w 1257910"/>
                <a:gd name="connsiteY0-62" fmla="*/ 0 h 628955"/>
                <a:gd name="connsiteX1-63" fmla="*/ 628955 w 1257910"/>
                <a:gd name="connsiteY1-64" fmla="*/ 628955 h 628955"/>
                <a:gd name="connsiteX2-65" fmla="*/ 0 w 1257910"/>
                <a:gd name="connsiteY2-66" fmla="*/ 0 h 62895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257910" h="628955">
                  <a:moveTo>
                    <a:pt x="1257910" y="0"/>
                  </a:moveTo>
                  <a:cubicBezTo>
                    <a:pt x="1257910" y="347362"/>
                    <a:pt x="976317" y="628955"/>
                    <a:pt x="628955" y="628955"/>
                  </a:cubicBezTo>
                  <a:cubicBezTo>
                    <a:pt x="281593" y="628955"/>
                    <a:pt x="0" y="347362"/>
                    <a:pt x="0" y="0"/>
                  </a:cubicBezTo>
                </a:path>
              </a:pathLst>
            </a:custGeom>
            <a:noFill/>
            <a:ln>
              <a:solidFill>
                <a:schemeClr val="accent5">
                  <a:alpha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方正宝黑体 简 Medium" panose="02010600010101010101" charset="-122"/>
                <a:ea typeface="方正宝黑体 简 Medium" panose="02010600010101010101" charset="-122"/>
                <a:cs typeface="+mn-cs"/>
                <a:sym typeface="方正宝黑体 简 Medium" panose="02010600010101010101" charset="-122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方正宝黑体 简 Medium" panose="02010600010101010101" charset="-122"/>
                <a:ea typeface="方正宝黑体 简 Medium" panose="02010600010101010101" charset="-122"/>
                <a:cs typeface="+mn-cs"/>
                <a:sym typeface="方正宝黑体 简 Medium" panose="02010600010101010101" charset="-122"/>
              </a:endParaRPr>
            </a:p>
          </p:txBody>
        </p:sp>
        <p:sp>
          <p:nvSpPr>
            <p:cNvPr id="31" name="任意多边形: 形状 30"/>
            <p:cNvSpPr/>
            <p:nvPr>
              <p:custDataLst>
                <p:tags r:id="rId13"/>
              </p:custDataLst>
            </p:nvPr>
          </p:nvSpPr>
          <p:spPr>
            <a:xfrm>
              <a:off x="3089660" y="0"/>
              <a:ext cx="2728840" cy="1364420"/>
            </a:xfrm>
            <a:custGeom>
              <a:avLst/>
              <a:gdLst>
                <a:gd name="connsiteX0" fmla="*/ 26397 w 1257910"/>
                <a:gd name="connsiteY0" fmla="*/ 0 h 799585"/>
                <a:gd name="connsiteX1" fmla="*/ 1231513 w 1257910"/>
                <a:gd name="connsiteY1" fmla="*/ 0 h 799585"/>
                <a:gd name="connsiteX2" fmla="*/ 1245132 w 1257910"/>
                <a:gd name="connsiteY2" fmla="*/ 43874 h 799585"/>
                <a:gd name="connsiteX3" fmla="*/ 1257910 w 1257910"/>
                <a:gd name="connsiteY3" fmla="*/ 170630 h 799585"/>
                <a:gd name="connsiteX4" fmla="*/ 628955 w 1257910"/>
                <a:gd name="connsiteY4" fmla="*/ 799585 h 799585"/>
                <a:gd name="connsiteX5" fmla="*/ 0 w 1257910"/>
                <a:gd name="connsiteY5" fmla="*/ 170630 h 799585"/>
                <a:gd name="connsiteX6" fmla="*/ 12778 w 1257910"/>
                <a:gd name="connsiteY6" fmla="*/ 43874 h 799585"/>
                <a:gd name="connsiteX7" fmla="*/ 26397 w 1257910"/>
                <a:gd name="connsiteY7" fmla="*/ 0 h 799585"/>
                <a:gd name="connsiteX0-1" fmla="*/ 1231513 w 1322953"/>
                <a:gd name="connsiteY0-2" fmla="*/ 0 h 799585"/>
                <a:gd name="connsiteX1-3" fmla="*/ 1245132 w 1322953"/>
                <a:gd name="connsiteY1-4" fmla="*/ 43874 h 799585"/>
                <a:gd name="connsiteX2-5" fmla="*/ 1257910 w 1322953"/>
                <a:gd name="connsiteY2-6" fmla="*/ 170630 h 799585"/>
                <a:gd name="connsiteX3-7" fmla="*/ 628955 w 1322953"/>
                <a:gd name="connsiteY3-8" fmla="*/ 799585 h 799585"/>
                <a:gd name="connsiteX4-9" fmla="*/ 0 w 1322953"/>
                <a:gd name="connsiteY4-10" fmla="*/ 170630 h 799585"/>
                <a:gd name="connsiteX5-11" fmla="*/ 12778 w 1322953"/>
                <a:gd name="connsiteY5-12" fmla="*/ 43874 h 799585"/>
                <a:gd name="connsiteX6-13" fmla="*/ 26397 w 1322953"/>
                <a:gd name="connsiteY6-14" fmla="*/ 0 h 799585"/>
                <a:gd name="connsiteX7-15" fmla="*/ 1322953 w 1322953"/>
                <a:gd name="connsiteY7-16" fmla="*/ 91440 h 799585"/>
                <a:gd name="connsiteX0-17" fmla="*/ 1231513 w 1257910"/>
                <a:gd name="connsiteY0-18" fmla="*/ 0 h 799585"/>
                <a:gd name="connsiteX1-19" fmla="*/ 1245132 w 1257910"/>
                <a:gd name="connsiteY1-20" fmla="*/ 43874 h 799585"/>
                <a:gd name="connsiteX2-21" fmla="*/ 1257910 w 1257910"/>
                <a:gd name="connsiteY2-22" fmla="*/ 170630 h 799585"/>
                <a:gd name="connsiteX3-23" fmla="*/ 628955 w 1257910"/>
                <a:gd name="connsiteY3-24" fmla="*/ 799585 h 799585"/>
                <a:gd name="connsiteX4-25" fmla="*/ 0 w 1257910"/>
                <a:gd name="connsiteY4-26" fmla="*/ 170630 h 799585"/>
                <a:gd name="connsiteX5-27" fmla="*/ 12778 w 1257910"/>
                <a:gd name="connsiteY5-28" fmla="*/ 43874 h 799585"/>
                <a:gd name="connsiteX6-29" fmla="*/ 26397 w 1257910"/>
                <a:gd name="connsiteY6-30" fmla="*/ 0 h 799585"/>
                <a:gd name="connsiteX0-31" fmla="*/ 1245132 w 1257910"/>
                <a:gd name="connsiteY0-32" fmla="*/ 43874 h 799585"/>
                <a:gd name="connsiteX1-33" fmla="*/ 1257910 w 1257910"/>
                <a:gd name="connsiteY1-34" fmla="*/ 170630 h 799585"/>
                <a:gd name="connsiteX2-35" fmla="*/ 628955 w 1257910"/>
                <a:gd name="connsiteY2-36" fmla="*/ 799585 h 799585"/>
                <a:gd name="connsiteX3-37" fmla="*/ 0 w 1257910"/>
                <a:gd name="connsiteY3-38" fmla="*/ 170630 h 799585"/>
                <a:gd name="connsiteX4-39" fmla="*/ 12778 w 1257910"/>
                <a:gd name="connsiteY4-40" fmla="*/ 43874 h 799585"/>
                <a:gd name="connsiteX5-41" fmla="*/ 26397 w 1257910"/>
                <a:gd name="connsiteY5-42" fmla="*/ 0 h 799585"/>
                <a:gd name="connsiteX0-43" fmla="*/ 1245132 w 1257910"/>
                <a:gd name="connsiteY0-44" fmla="*/ 0 h 755711"/>
                <a:gd name="connsiteX1-45" fmla="*/ 1257910 w 1257910"/>
                <a:gd name="connsiteY1-46" fmla="*/ 126756 h 755711"/>
                <a:gd name="connsiteX2-47" fmla="*/ 628955 w 1257910"/>
                <a:gd name="connsiteY2-48" fmla="*/ 755711 h 755711"/>
                <a:gd name="connsiteX3-49" fmla="*/ 0 w 1257910"/>
                <a:gd name="connsiteY3-50" fmla="*/ 126756 h 755711"/>
                <a:gd name="connsiteX4-51" fmla="*/ 12778 w 1257910"/>
                <a:gd name="connsiteY4-52" fmla="*/ 0 h 755711"/>
                <a:gd name="connsiteX0-53" fmla="*/ 1257910 w 1257910"/>
                <a:gd name="connsiteY0-54" fmla="*/ 126756 h 755711"/>
                <a:gd name="connsiteX1-55" fmla="*/ 628955 w 1257910"/>
                <a:gd name="connsiteY1-56" fmla="*/ 755711 h 755711"/>
                <a:gd name="connsiteX2-57" fmla="*/ 0 w 1257910"/>
                <a:gd name="connsiteY2-58" fmla="*/ 126756 h 755711"/>
                <a:gd name="connsiteX3-59" fmla="*/ 12778 w 1257910"/>
                <a:gd name="connsiteY3-60" fmla="*/ 0 h 755711"/>
                <a:gd name="connsiteX0-61" fmla="*/ 1257910 w 1257910"/>
                <a:gd name="connsiteY0-62" fmla="*/ 0 h 628955"/>
                <a:gd name="connsiteX1-63" fmla="*/ 628955 w 1257910"/>
                <a:gd name="connsiteY1-64" fmla="*/ 628955 h 628955"/>
                <a:gd name="connsiteX2-65" fmla="*/ 0 w 1257910"/>
                <a:gd name="connsiteY2-66" fmla="*/ 0 h 62895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257910" h="628955">
                  <a:moveTo>
                    <a:pt x="1257910" y="0"/>
                  </a:moveTo>
                  <a:cubicBezTo>
                    <a:pt x="1257910" y="347362"/>
                    <a:pt x="976317" y="628955"/>
                    <a:pt x="628955" y="628955"/>
                  </a:cubicBezTo>
                  <a:cubicBezTo>
                    <a:pt x="281593" y="628955"/>
                    <a:pt x="0" y="347362"/>
                    <a:pt x="0" y="0"/>
                  </a:cubicBezTo>
                </a:path>
              </a:pathLst>
            </a:custGeom>
            <a:noFill/>
            <a:ln>
              <a:solidFill>
                <a:schemeClr val="accent5">
                  <a:alpha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方正宝黑体 简 Medium" panose="02010600010101010101" charset="-122"/>
                <a:ea typeface="方正宝黑体 简 Medium" panose="02010600010101010101" charset="-122"/>
                <a:cs typeface="+mn-cs"/>
                <a:sym typeface="方正宝黑体 简 Medium" panose="02010600010101010101" charset="-122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方正宝黑体 简 Medium" panose="02010600010101010101" charset="-122"/>
                <a:ea typeface="方正宝黑体 简 Medium" panose="02010600010101010101" charset="-122"/>
                <a:cs typeface="+mn-cs"/>
                <a:sym typeface="方正宝黑体 简 Medium" panose="02010600010101010101" charset="-122"/>
              </a:endParaRPr>
            </a:p>
          </p:txBody>
        </p:sp>
      </p:grpSp>
      <p:sp>
        <p:nvSpPr>
          <p:cNvPr id="5130" name="任意多边形: 形状 31" descr="波浪1资源 1"/>
          <p:cNvSpPr/>
          <p:nvPr userDrawn="1">
            <p:custDataLst>
              <p:tags r:id="rId14"/>
            </p:custDataLst>
          </p:nvPr>
        </p:nvSpPr>
        <p:spPr>
          <a:xfrm>
            <a:off x="9172575" y="2862263"/>
            <a:ext cx="3019425" cy="3994150"/>
          </a:xfrm>
          <a:custGeom>
            <a:avLst/>
            <a:gdLst/>
            <a:ahLst/>
            <a:cxnLst>
              <a:cxn ang="0">
                <a:pos x="3019425" y="0"/>
              </a:cxn>
              <a:cxn ang="0">
                <a:pos x="3019425" y="3993396"/>
              </a:cxn>
              <a:cxn ang="0">
                <a:pos x="0" y="3993396"/>
              </a:cxn>
              <a:cxn ang="0">
                <a:pos x="0" y="3117146"/>
              </a:cxn>
              <a:cxn ang="0">
                <a:pos x="460299" y="2656847"/>
              </a:cxn>
              <a:cxn ang="0">
                <a:pos x="876250" y="2656847"/>
              </a:cxn>
              <a:cxn ang="0">
                <a:pos x="1336549" y="2196783"/>
              </a:cxn>
              <a:cxn ang="0">
                <a:pos x="1336549" y="2196666"/>
              </a:cxn>
              <a:cxn ang="0">
                <a:pos x="1336549" y="1780714"/>
              </a:cxn>
              <a:cxn ang="0">
                <a:pos x="1796731" y="1320415"/>
              </a:cxn>
              <a:cxn ang="0">
                <a:pos x="2212800" y="1320415"/>
              </a:cxn>
              <a:cxn ang="0">
                <a:pos x="2672981" y="860234"/>
              </a:cxn>
              <a:cxn ang="0">
                <a:pos x="2672981" y="860116"/>
              </a:cxn>
              <a:cxn ang="0">
                <a:pos x="2672981" y="444400"/>
              </a:cxn>
              <a:cxn ang="0">
                <a:pos x="2954111" y="20274"/>
              </a:cxn>
              <a:cxn ang="0">
                <a:pos x="3019425" y="0"/>
              </a:cxn>
            </a:cxnLst>
            <a:pathLst>
              <a:path w="3019425" h="3993396">
                <a:moveTo>
                  <a:pt x="3019425" y="0"/>
                </a:moveTo>
                <a:lnTo>
                  <a:pt x="3019425" y="3993396"/>
                </a:lnTo>
                <a:lnTo>
                  <a:pt x="0" y="3993396"/>
                </a:lnTo>
                <a:lnTo>
                  <a:pt x="0" y="3117146"/>
                </a:lnTo>
                <a:cubicBezTo>
                  <a:pt x="0" y="2862930"/>
                  <a:pt x="206083" y="2656847"/>
                  <a:pt x="460299" y="2656847"/>
                </a:cubicBezTo>
                <a:lnTo>
                  <a:pt x="876250" y="2656847"/>
                </a:lnTo>
                <a:cubicBezTo>
                  <a:pt x="1130402" y="2656912"/>
                  <a:pt x="1336484" y="2450934"/>
                  <a:pt x="1336549" y="2196783"/>
                </a:cubicBezTo>
                <a:cubicBezTo>
                  <a:pt x="1336549" y="2196744"/>
                  <a:pt x="1336549" y="2196705"/>
                  <a:pt x="1336549" y="2196666"/>
                </a:cubicBezTo>
                <a:lnTo>
                  <a:pt x="1336549" y="1780714"/>
                </a:lnTo>
                <a:cubicBezTo>
                  <a:pt x="1336549" y="1526544"/>
                  <a:pt x="1542561" y="1320480"/>
                  <a:pt x="1796731" y="1320415"/>
                </a:cubicBezTo>
                <a:lnTo>
                  <a:pt x="2212800" y="1320415"/>
                </a:lnTo>
                <a:cubicBezTo>
                  <a:pt x="2466951" y="1320415"/>
                  <a:pt x="2672981" y="1114385"/>
                  <a:pt x="2672981" y="860234"/>
                </a:cubicBezTo>
                <a:cubicBezTo>
                  <a:pt x="2672981" y="860195"/>
                  <a:pt x="2672981" y="860155"/>
                  <a:pt x="2672981" y="860116"/>
                </a:cubicBezTo>
                <a:lnTo>
                  <a:pt x="2672981" y="444400"/>
                </a:lnTo>
                <a:cubicBezTo>
                  <a:pt x="2672981" y="253738"/>
                  <a:pt x="2788903" y="90151"/>
                  <a:pt x="2954111" y="20274"/>
                </a:cubicBezTo>
                <a:lnTo>
                  <a:pt x="3019425" y="0"/>
                </a:lnTo>
                <a:close/>
              </a:path>
            </a:pathLst>
          </a:custGeom>
          <a:solidFill>
            <a:schemeClr val="tx2">
              <a:alpha val="100000"/>
            </a:schemeClr>
          </a:solidFill>
          <a:ln w="11760">
            <a:noFill/>
          </a:ln>
        </p:spPr>
        <p:txBody>
          <a:bodyPr/>
          <a:p>
            <a:endParaRPr lang="zh-CN" altLang="en-US"/>
          </a:p>
        </p:txBody>
      </p:sp>
      <p:grpSp>
        <p:nvGrpSpPr>
          <p:cNvPr id="33" name="组合 32"/>
          <p:cNvGrpSpPr/>
          <p:nvPr>
            <p:custDataLst>
              <p:tags r:id="rId15"/>
            </p:custDataLst>
          </p:nvPr>
        </p:nvGrpSpPr>
        <p:grpSpPr>
          <a:xfrm rot="5400000">
            <a:off x="1230948" y="5691505"/>
            <a:ext cx="328295" cy="850899"/>
            <a:chOff x="8651" y="7205"/>
            <a:chExt cx="807" cy="2089"/>
          </a:xfrm>
          <a:solidFill>
            <a:schemeClr val="accent5"/>
          </a:solidFill>
        </p:grpSpPr>
        <p:grpSp>
          <p:nvGrpSpPr>
            <p:cNvPr id="34" name="组合 33"/>
            <p:cNvGrpSpPr/>
            <p:nvPr/>
          </p:nvGrpSpPr>
          <p:grpSpPr>
            <a:xfrm>
              <a:off x="8651" y="9115"/>
              <a:ext cx="806" cy="179"/>
              <a:chOff x="8651" y="9544"/>
              <a:chExt cx="806" cy="179"/>
            </a:xfrm>
            <a:grpFill/>
          </p:grpSpPr>
          <p:sp>
            <p:nvSpPr>
              <p:cNvPr id="44" name="椭圆 43"/>
              <p:cNvSpPr>
                <a:spLocks noChangeAspect="1"/>
              </p:cNvSpPr>
              <p:nvPr/>
            </p:nvSpPr>
            <p:spPr>
              <a:xfrm rot="5400000" flipH="1">
                <a:off x="9278" y="9544"/>
                <a:ext cx="179" cy="17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cs"/>
                  <a:sym typeface="方正宝黑体 简 Medium" panose="02010600010101010101" charset="-122"/>
                </a:endParaRPr>
              </a:p>
            </p:txBody>
          </p:sp>
          <p:sp>
            <p:nvSpPr>
              <p:cNvPr id="45" name="椭圆 44"/>
              <p:cNvSpPr>
                <a:spLocks noChangeAspect="1"/>
              </p:cNvSpPr>
              <p:nvPr/>
            </p:nvSpPr>
            <p:spPr>
              <a:xfrm rot="5400000" flipH="1">
                <a:off x="8651" y="9544"/>
                <a:ext cx="179" cy="17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cs"/>
                  <a:sym typeface="方正宝黑体 简 Medium" panose="02010600010101010101" charset="-122"/>
                </a:endParaRPr>
              </a:p>
            </p:txBody>
          </p:sp>
        </p:grpSp>
        <p:grpSp>
          <p:nvGrpSpPr>
            <p:cNvPr id="35" name="组合 34"/>
            <p:cNvGrpSpPr/>
            <p:nvPr/>
          </p:nvGrpSpPr>
          <p:grpSpPr>
            <a:xfrm>
              <a:off x="8651" y="8479"/>
              <a:ext cx="807" cy="178"/>
              <a:chOff x="8651" y="8765"/>
              <a:chExt cx="807" cy="178"/>
            </a:xfrm>
            <a:grpFill/>
          </p:grpSpPr>
          <p:sp>
            <p:nvSpPr>
              <p:cNvPr id="42" name="椭圆 41"/>
              <p:cNvSpPr>
                <a:spLocks noChangeAspect="1"/>
              </p:cNvSpPr>
              <p:nvPr/>
            </p:nvSpPr>
            <p:spPr>
              <a:xfrm rot="5400000" flipH="1">
                <a:off x="9279" y="8764"/>
                <a:ext cx="178" cy="17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cs"/>
                  <a:sym typeface="方正宝黑体 简 Medium" panose="02010600010101010101" charset="-122"/>
                </a:endParaRPr>
              </a:p>
            </p:txBody>
          </p:sp>
          <p:sp>
            <p:nvSpPr>
              <p:cNvPr id="43" name="椭圆 42"/>
              <p:cNvSpPr>
                <a:spLocks noChangeAspect="1"/>
              </p:cNvSpPr>
              <p:nvPr/>
            </p:nvSpPr>
            <p:spPr>
              <a:xfrm rot="5400000" flipH="1">
                <a:off x="8651" y="8764"/>
                <a:ext cx="178" cy="17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cs"/>
                  <a:sym typeface="方正宝黑体 简 Medium" panose="02010600010101010101" charset="-122"/>
                </a:endParaRPr>
              </a:p>
            </p:txBody>
          </p:sp>
        </p:grpSp>
        <p:grpSp>
          <p:nvGrpSpPr>
            <p:cNvPr id="36" name="组合 35"/>
            <p:cNvGrpSpPr/>
            <p:nvPr/>
          </p:nvGrpSpPr>
          <p:grpSpPr>
            <a:xfrm>
              <a:off x="8651" y="7842"/>
              <a:ext cx="807" cy="178"/>
              <a:chOff x="8651" y="7985"/>
              <a:chExt cx="807" cy="178"/>
            </a:xfrm>
            <a:grpFill/>
          </p:grpSpPr>
          <p:sp>
            <p:nvSpPr>
              <p:cNvPr id="40" name="椭圆 39"/>
              <p:cNvSpPr>
                <a:spLocks noChangeAspect="1"/>
              </p:cNvSpPr>
              <p:nvPr/>
            </p:nvSpPr>
            <p:spPr>
              <a:xfrm rot="5400000" flipH="1">
                <a:off x="9279" y="7984"/>
                <a:ext cx="178" cy="17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cs"/>
                  <a:sym typeface="方正宝黑体 简 Medium" panose="02010600010101010101" charset="-122"/>
                </a:endParaRPr>
              </a:p>
            </p:txBody>
          </p:sp>
          <p:sp>
            <p:nvSpPr>
              <p:cNvPr id="41" name="椭圆 40"/>
              <p:cNvSpPr>
                <a:spLocks noChangeAspect="1"/>
              </p:cNvSpPr>
              <p:nvPr/>
            </p:nvSpPr>
            <p:spPr>
              <a:xfrm rot="5400000" flipH="1">
                <a:off x="8651" y="7984"/>
                <a:ext cx="178" cy="17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cs"/>
                  <a:sym typeface="方正宝黑体 简 Medium" panose="02010600010101010101" charset="-122"/>
                </a:endParaRPr>
              </a:p>
            </p:txBody>
          </p:sp>
        </p:grpSp>
        <p:grpSp>
          <p:nvGrpSpPr>
            <p:cNvPr id="37" name="组合 36"/>
            <p:cNvGrpSpPr/>
            <p:nvPr/>
          </p:nvGrpSpPr>
          <p:grpSpPr>
            <a:xfrm>
              <a:off x="8651" y="7205"/>
              <a:ext cx="807" cy="178"/>
              <a:chOff x="8651" y="7205"/>
              <a:chExt cx="807" cy="178"/>
            </a:xfrm>
            <a:grpFill/>
          </p:grpSpPr>
          <p:sp>
            <p:nvSpPr>
              <p:cNvPr id="38" name="椭圆 37"/>
              <p:cNvSpPr>
                <a:spLocks noChangeAspect="1"/>
              </p:cNvSpPr>
              <p:nvPr/>
            </p:nvSpPr>
            <p:spPr>
              <a:xfrm rot="5400000" flipH="1">
                <a:off x="9279" y="7204"/>
                <a:ext cx="178" cy="17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cs"/>
                  <a:sym typeface="方正宝黑体 简 Medium" panose="02010600010101010101" charset="-122"/>
                </a:endParaRPr>
              </a:p>
            </p:txBody>
          </p:sp>
          <p:sp>
            <p:nvSpPr>
              <p:cNvPr id="39" name="椭圆 38"/>
              <p:cNvSpPr>
                <a:spLocks noChangeAspect="1"/>
              </p:cNvSpPr>
              <p:nvPr/>
            </p:nvSpPr>
            <p:spPr>
              <a:xfrm rot="5400000" flipH="1">
                <a:off x="8651" y="7204"/>
                <a:ext cx="178" cy="17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cs"/>
                  <a:sym typeface="方正宝黑体 简 Medium" panose="02010600010101010101" charset="-122"/>
                </a:endParaRPr>
              </a:p>
            </p:txBody>
          </p:sp>
        </p:grpSp>
      </p:grp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D5BBCDD-FFFD-41EF-8C4E-8A30888DD65C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方正宝黑体 简 Medium" panose="02010600010101010101" charset="-122"/>
                <a:ea typeface="方正宝黑体 简 Medium" panose="0201060001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方正宝黑体 简 Medium" panose="02010600010101010101" charset="-122"/>
              <a:ea typeface="方正宝黑体 简 Medium" panose="02010600010101010101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方正宝黑体 简 Medium" panose="02010600010101010101" charset="-122"/>
              <a:ea typeface="方正宝黑体 简 Medium" panose="02010600010101010101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方正宝黑体 简 Medium" panose="02010600010101010101" charset="-122"/>
              </a:rPr>
            </a:fld>
            <a:endParaRPr lang="zh-CN" altLang="en-US" dirty="0">
              <a:latin typeface="方正宝黑体 简 Medium" panose="02010600010101010101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2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12775" y="6315075"/>
            <a:ext cx="2698750" cy="315913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方正宝黑体 简 Medium" panose="02010600010101010101" charset="-122"/>
                <a:ea typeface="方正宝黑体 简 Medium" panose="0201060001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方正宝黑体 简 Medium" panose="02010600010101010101" charset="-122"/>
              <a:ea typeface="方正宝黑体 简 Medium" panose="02010600010101010101" charset="-122"/>
              <a:cs typeface="+mn-cs"/>
            </a:endParaRPr>
          </a:p>
        </p:txBody>
      </p:sp>
      <p:sp>
        <p:nvSpPr>
          <p:cNvPr id="8" name="页脚占位符 3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388" y="6315075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方正宝黑体 简 Medium" panose="02010600010101010101" charset="-122"/>
              <a:ea typeface="方正宝黑体 简 Medium" panose="02010600010101010101" charset="-122"/>
              <a:cs typeface="+mn-cs"/>
            </a:endParaRPr>
          </a:p>
        </p:txBody>
      </p:sp>
      <p:sp>
        <p:nvSpPr>
          <p:cNvPr id="9" name="灯片编号占位符 4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5075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/>
          <a:p>
            <a:pPr algn="r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方正宝黑体 简 Medium" panose="02010600010101010101" charset="-122"/>
                <a:ea typeface="方正宝黑体 简 Medium" panose="02010600010101010101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D5BBCDD-FFFD-41EF-8C4E-8A30888DD65C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方正宝黑体 简 Medium" panose="02010600010101010101" charset="-122"/>
                <a:ea typeface="方正宝黑体 简 Medium" panose="0201060001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方正宝黑体 简 Medium" panose="02010600010101010101" charset="-122"/>
              <a:ea typeface="方正宝黑体 简 Medium" panose="02010600010101010101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方正宝黑体 简 Medium" panose="02010600010101010101" charset="-122"/>
                <a:ea typeface="方正宝黑体 简 Medium" panose="02010600010101010101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方正宝黑体 简 Medium" panose="02010600010101010101" charset="-122"/>
              <a:ea typeface="方正宝黑体 简 Medium" panose="02010600010101010101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方正宝黑体 简 Medium" panose="02010600010101010101" charset="-122"/>
              </a:rPr>
            </a:fld>
            <a:endParaRPr lang="zh-CN" altLang="en-US" dirty="0">
              <a:latin typeface="方正宝黑体 简 Medium" panose="0201060001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方正宝黑体 简 Medium" panose="02010600010101010101" charset="-122"/>
          <a:ea typeface="方正宝黑体 简 Medium" panose="02010600010101010101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方正宝黑体 简 Medium" panose="02010600010101010101" charset="-122"/>
          <a:ea typeface="方正宝黑体 简 Medium" panose="02010600010101010101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方正宝黑体 简 Medium" panose="02010600010101010101" charset="-122"/>
          <a:ea typeface="方正宝黑体 简 Medium" panose="02010600010101010101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方正宝黑体 简 Medium" panose="02010600010101010101" charset="-122"/>
          <a:ea typeface="方正宝黑体 简 Medium" panose="02010600010101010101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方正宝黑体 简 Medium" panose="02010600010101010101" charset="-122"/>
          <a:ea typeface="方正宝黑体 简 Medium" panose="02010600010101010101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方正宝黑体 简 Medium" panose="02010600010101010101" charset="-122"/>
          <a:ea typeface="方正宝黑体 简 Medium" panose="0201060001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50.xml"/><Relationship Id="rId8" Type="http://schemas.openxmlformats.org/officeDocument/2006/relationships/tags" Target="../tags/tag49.xml"/><Relationship Id="rId7" Type="http://schemas.openxmlformats.org/officeDocument/2006/relationships/tags" Target="../tags/tag48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8" Type="http://schemas.openxmlformats.org/officeDocument/2006/relationships/notesSlide" Target="../notesSlides/notesSlide1.xml"/><Relationship Id="rId17" Type="http://schemas.openxmlformats.org/officeDocument/2006/relationships/slideLayout" Target="../slideLayouts/slideLayout4.xml"/><Relationship Id="rId16" Type="http://schemas.openxmlformats.org/officeDocument/2006/relationships/tags" Target="../tags/tag57.xml"/><Relationship Id="rId15" Type="http://schemas.openxmlformats.org/officeDocument/2006/relationships/tags" Target="../tags/tag56.xml"/><Relationship Id="rId14" Type="http://schemas.openxmlformats.org/officeDocument/2006/relationships/tags" Target="../tags/tag55.xml"/><Relationship Id="rId13" Type="http://schemas.openxmlformats.org/officeDocument/2006/relationships/tags" Target="../tags/tag54.xml"/><Relationship Id="rId12" Type="http://schemas.openxmlformats.org/officeDocument/2006/relationships/tags" Target="../tags/tag53.xml"/><Relationship Id="rId11" Type="http://schemas.openxmlformats.org/officeDocument/2006/relationships/tags" Target="../tags/tag52.xml"/><Relationship Id="rId10" Type="http://schemas.openxmlformats.org/officeDocument/2006/relationships/tags" Target="../tags/tag51.xml"/><Relationship Id="rId1" Type="http://schemas.openxmlformats.org/officeDocument/2006/relationships/tags" Target="../tags/tag4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66.xml"/><Relationship Id="rId8" Type="http://schemas.openxmlformats.org/officeDocument/2006/relationships/tags" Target="../tags/tag65.xml"/><Relationship Id="rId7" Type="http://schemas.openxmlformats.org/officeDocument/2006/relationships/tags" Target="../tags/tag64.xml"/><Relationship Id="rId6" Type="http://schemas.openxmlformats.org/officeDocument/2006/relationships/tags" Target="../tags/tag63.xml"/><Relationship Id="rId5" Type="http://schemas.openxmlformats.org/officeDocument/2006/relationships/tags" Target="../tags/tag62.xml"/><Relationship Id="rId4" Type="http://schemas.openxmlformats.org/officeDocument/2006/relationships/tags" Target="../tags/tag61.xml"/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2" Type="http://schemas.openxmlformats.org/officeDocument/2006/relationships/notesSlide" Target="../notesSlides/notesSlide2.xml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67.xml"/><Relationship Id="rId1" Type="http://schemas.openxmlformats.org/officeDocument/2006/relationships/tags" Target="../tags/tag58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3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tags" Target="../tags/tag6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7.xml"/><Relationship Id="rId5" Type="http://schemas.openxmlformats.org/officeDocument/2006/relationships/slideLayout" Target="../slideLayouts/slideLayout3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9.xml"/><Relationship Id="rId8" Type="http://schemas.openxmlformats.org/officeDocument/2006/relationships/slideLayout" Target="../slideLayouts/slideLayout1.xml"/><Relationship Id="rId7" Type="http://schemas.openxmlformats.org/officeDocument/2006/relationships/tags" Target="../tags/tag79.xml"/><Relationship Id="rId6" Type="http://schemas.openxmlformats.org/officeDocument/2006/relationships/tags" Target="../tags/tag78.xml"/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0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2.png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4.xml"/><Relationship Id="rId5" Type="http://schemas.openxmlformats.org/officeDocument/2006/relationships/slideLayout" Target="../slideLayouts/slideLayout3.xml"/><Relationship Id="rId4" Type="http://schemas.openxmlformats.org/officeDocument/2006/relationships/tags" Target="../tags/tag83.xml"/><Relationship Id="rId3" Type="http://schemas.openxmlformats.org/officeDocument/2006/relationships/tags" Target="../tags/tag82.xml"/><Relationship Id="rId2" Type="http://schemas.openxmlformats.org/officeDocument/2006/relationships/tags" Target="../tags/tag81.xml"/><Relationship Id="rId1" Type="http://schemas.openxmlformats.org/officeDocument/2006/relationships/tags" Target="../tags/tag8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7.xml"/><Relationship Id="rId3" Type="http://schemas.openxmlformats.org/officeDocument/2006/relationships/slideLayout" Target="../slideLayouts/slideLayout4.xml"/><Relationship Id="rId2" Type="http://schemas.openxmlformats.org/officeDocument/2006/relationships/tags" Target="../tags/tag99.xml"/><Relationship Id="rId1" Type="http://schemas.openxmlformats.org/officeDocument/2006/relationships/tags" Target="../tags/tag9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任意多边形: 形状 6" descr="波浪2资源 2"/>
          <p:cNvSpPr/>
          <p:nvPr userDrawn="1">
            <p:custDataLst>
              <p:tags r:id="rId1"/>
            </p:custDataLst>
          </p:nvPr>
        </p:nvSpPr>
        <p:spPr>
          <a:xfrm>
            <a:off x="6886575" y="669925"/>
            <a:ext cx="5305425" cy="6192838"/>
          </a:xfrm>
          <a:custGeom>
            <a:avLst/>
            <a:gdLst/>
            <a:ahLst/>
            <a:cxnLst>
              <a:cxn ang="0">
                <a:pos x="4946557" y="0"/>
              </a:cxn>
              <a:cxn ang="0">
                <a:pos x="5304791" y="0"/>
              </a:cxn>
              <a:cxn ang="0">
                <a:pos x="5304791" y="6192323"/>
              </a:cxn>
              <a:cxn ang="0">
                <a:pos x="0" y="6192323"/>
              </a:cxn>
              <a:cxn ang="0">
                <a:pos x="0" y="4946212"/>
              </a:cxn>
              <a:cxn ang="0">
                <a:pos x="818112" y="4128101"/>
              </a:cxn>
              <a:cxn ang="0">
                <a:pos x="1295478" y="4128101"/>
              </a:cxn>
              <a:cxn ang="0">
                <a:pos x="2064682" y="3358897"/>
              </a:cxn>
              <a:cxn ang="0">
                <a:pos x="2064682" y="2881645"/>
              </a:cxn>
              <a:cxn ang="0">
                <a:pos x="2882794" y="2063648"/>
              </a:cxn>
              <a:cxn ang="0">
                <a:pos x="3360159" y="2063648"/>
              </a:cxn>
              <a:cxn ang="0">
                <a:pos x="4129363" y="1294444"/>
              </a:cxn>
              <a:cxn ang="0">
                <a:pos x="4129363" y="818112"/>
              </a:cxn>
              <a:cxn ang="0">
                <a:pos x="4946557" y="0"/>
              </a:cxn>
            </a:cxnLst>
            <a:pathLst>
              <a:path w="5304791" h="6192323">
                <a:moveTo>
                  <a:pt x="4946557" y="0"/>
                </a:moveTo>
                <a:lnTo>
                  <a:pt x="5304791" y="0"/>
                </a:lnTo>
                <a:lnTo>
                  <a:pt x="5304791" y="6192323"/>
                </a:lnTo>
                <a:lnTo>
                  <a:pt x="0" y="6192323"/>
                </a:lnTo>
                <a:lnTo>
                  <a:pt x="0" y="4946212"/>
                </a:lnTo>
                <a:cubicBezTo>
                  <a:pt x="-63" y="4494356"/>
                  <a:pt x="366255" y="4128032"/>
                  <a:pt x="818112" y="4128101"/>
                </a:cubicBezTo>
                <a:lnTo>
                  <a:pt x="1295478" y="4128101"/>
                </a:lnTo>
                <a:cubicBezTo>
                  <a:pt x="1720296" y="4128101"/>
                  <a:pt x="2064682" y="3783715"/>
                  <a:pt x="2064682" y="3358897"/>
                </a:cubicBezTo>
                <a:lnTo>
                  <a:pt x="2064682" y="2881645"/>
                </a:lnTo>
                <a:cubicBezTo>
                  <a:pt x="2064682" y="2429836"/>
                  <a:pt x="2430984" y="2063580"/>
                  <a:pt x="2882794" y="2063648"/>
                </a:cubicBezTo>
                <a:lnTo>
                  <a:pt x="3360159" y="2063648"/>
                </a:lnTo>
                <a:cubicBezTo>
                  <a:pt x="3784978" y="2063648"/>
                  <a:pt x="4129363" y="1719263"/>
                  <a:pt x="4129363" y="1294444"/>
                </a:cubicBezTo>
                <a:lnTo>
                  <a:pt x="4129363" y="818112"/>
                </a:lnTo>
                <a:cubicBezTo>
                  <a:pt x="4129295" y="366613"/>
                  <a:pt x="4495057" y="444"/>
                  <a:pt x="4946557" y="0"/>
                </a:cubicBezTo>
                <a:close/>
              </a:path>
            </a:pathLst>
          </a:custGeom>
          <a:solidFill>
            <a:schemeClr val="accent1">
              <a:alpha val="100000"/>
            </a:schemeClr>
          </a:solidFill>
          <a:ln w="11469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9" name="椭圆 8"/>
          <p:cNvSpPr/>
          <p:nvPr>
            <p:custDataLst>
              <p:tags r:id="rId2"/>
            </p:custDataLst>
          </p:nvPr>
        </p:nvSpPr>
        <p:spPr>
          <a:xfrm>
            <a:off x="6767513" y="4498975"/>
            <a:ext cx="1087438" cy="1087438"/>
          </a:xfrm>
          <a:prstGeom prst="ellipse">
            <a:avLst/>
          </a:prstGeom>
          <a:noFill/>
          <a:ln>
            <a:solidFill>
              <a:schemeClr val="accent5">
                <a:alpha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方正宝黑体 简 Medium" panose="02010600010101010101" charset="-122"/>
              <a:ea typeface="方正宝黑体 简 Medium" panose="02010600010101010101" charset="-122"/>
              <a:cs typeface="+mn-cs"/>
              <a:sym typeface="方正宝黑体 简 Medium" panose="02010600010101010101" charset="-122"/>
            </a:endParaRPr>
          </a:p>
        </p:txBody>
      </p:sp>
      <p:sp>
        <p:nvSpPr>
          <p:cNvPr id="11" name="椭圆 10"/>
          <p:cNvSpPr/>
          <p:nvPr>
            <p:custDataLst>
              <p:tags r:id="rId3"/>
            </p:custDataLst>
          </p:nvPr>
        </p:nvSpPr>
        <p:spPr>
          <a:xfrm>
            <a:off x="6615113" y="4346575"/>
            <a:ext cx="1392238" cy="1393825"/>
          </a:xfrm>
          <a:prstGeom prst="ellipse">
            <a:avLst/>
          </a:prstGeom>
          <a:noFill/>
          <a:ln>
            <a:solidFill>
              <a:schemeClr val="accent5">
                <a:alpha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方正宝黑体 简 Medium" panose="02010600010101010101" charset="-122"/>
              <a:ea typeface="方正宝黑体 简 Medium" panose="02010600010101010101" charset="-122"/>
              <a:cs typeface="+mn-cs"/>
              <a:sym typeface="方正宝黑体 简 Medium" panose="02010600010101010101" charset="-122"/>
            </a:endParaRPr>
          </a:p>
        </p:txBody>
      </p:sp>
      <p:sp>
        <p:nvSpPr>
          <p:cNvPr id="12" name="椭圆 11"/>
          <p:cNvSpPr/>
          <p:nvPr>
            <p:custDataLst>
              <p:tags r:id="rId4"/>
            </p:custDataLst>
          </p:nvPr>
        </p:nvSpPr>
        <p:spPr>
          <a:xfrm>
            <a:off x="6464300" y="4195763"/>
            <a:ext cx="1693863" cy="1693863"/>
          </a:xfrm>
          <a:prstGeom prst="ellipse">
            <a:avLst/>
          </a:prstGeom>
          <a:noFill/>
          <a:ln>
            <a:solidFill>
              <a:schemeClr val="accent5">
                <a:alpha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方正宝黑体 简 Medium" panose="02010600010101010101" charset="-122"/>
              <a:ea typeface="方正宝黑体 简 Medium" panose="02010600010101010101" charset="-122"/>
              <a:cs typeface="+mn-cs"/>
              <a:sym typeface="方正宝黑体 简 Medium" panose="02010600010101010101" charset="-122"/>
            </a:endParaRPr>
          </a:p>
        </p:txBody>
      </p:sp>
      <p:sp>
        <p:nvSpPr>
          <p:cNvPr id="13" name="椭圆 12"/>
          <p:cNvSpPr/>
          <p:nvPr>
            <p:custDataLst>
              <p:tags r:id="rId5"/>
            </p:custDataLst>
          </p:nvPr>
        </p:nvSpPr>
        <p:spPr>
          <a:xfrm>
            <a:off x="6318250" y="4049713"/>
            <a:ext cx="1985963" cy="1985963"/>
          </a:xfrm>
          <a:prstGeom prst="ellipse">
            <a:avLst/>
          </a:prstGeom>
          <a:noFill/>
          <a:ln>
            <a:solidFill>
              <a:schemeClr val="accent5">
                <a:alpha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方正宝黑体 简 Medium" panose="02010600010101010101" charset="-122"/>
              <a:ea typeface="方正宝黑体 简 Medium" panose="02010600010101010101" charset="-122"/>
              <a:cs typeface="+mn-cs"/>
              <a:sym typeface="方正宝黑体 简 Medium" panose="02010600010101010101" charset="-122"/>
            </a:endParaRPr>
          </a:p>
        </p:txBody>
      </p:sp>
      <p:sp>
        <p:nvSpPr>
          <p:cNvPr id="15" name="椭圆 14"/>
          <p:cNvSpPr/>
          <p:nvPr>
            <p:custDataLst>
              <p:tags r:id="rId6"/>
            </p:custDataLst>
          </p:nvPr>
        </p:nvSpPr>
        <p:spPr>
          <a:xfrm>
            <a:off x="6159500" y="3890963"/>
            <a:ext cx="2303463" cy="2303463"/>
          </a:xfrm>
          <a:prstGeom prst="ellipse">
            <a:avLst/>
          </a:prstGeom>
          <a:noFill/>
          <a:ln>
            <a:solidFill>
              <a:schemeClr val="accent5">
                <a:alpha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方正宝黑体 简 Medium" panose="02010600010101010101" charset="-122"/>
              <a:ea typeface="方正宝黑体 简 Medium" panose="02010600010101010101" charset="-122"/>
              <a:cs typeface="+mn-cs"/>
              <a:sym typeface="方正宝黑体 简 Medium" panose="02010600010101010101" charset="-122"/>
            </a:endParaRPr>
          </a:p>
        </p:txBody>
      </p:sp>
      <p:grpSp>
        <p:nvGrpSpPr>
          <p:cNvPr id="16" name="组合 15"/>
          <p:cNvGrpSpPr/>
          <p:nvPr>
            <p:custDataLst>
              <p:tags r:id="rId7"/>
            </p:custDataLst>
          </p:nvPr>
        </p:nvGrpSpPr>
        <p:grpSpPr>
          <a:xfrm rot="5400000">
            <a:off x="1183958" y="384809"/>
            <a:ext cx="328295" cy="850901"/>
            <a:chOff x="8651" y="7205"/>
            <a:chExt cx="807" cy="2089"/>
          </a:xfrm>
          <a:solidFill>
            <a:schemeClr val="accent5"/>
          </a:solidFill>
        </p:grpSpPr>
        <p:grpSp>
          <p:nvGrpSpPr>
            <p:cNvPr id="17" name="组合 16"/>
            <p:cNvGrpSpPr/>
            <p:nvPr/>
          </p:nvGrpSpPr>
          <p:grpSpPr>
            <a:xfrm>
              <a:off x="8651" y="9115"/>
              <a:ext cx="806" cy="179"/>
              <a:chOff x="8651" y="9544"/>
              <a:chExt cx="806" cy="179"/>
            </a:xfrm>
            <a:grpFill/>
          </p:grpSpPr>
          <p:sp>
            <p:nvSpPr>
              <p:cNvPr id="30" name="椭圆 29"/>
              <p:cNvSpPr>
                <a:spLocks noChangeAspect="1"/>
              </p:cNvSpPr>
              <p:nvPr/>
            </p:nvSpPr>
            <p:spPr>
              <a:xfrm rot="5400000" flipH="1">
                <a:off x="9278" y="9544"/>
                <a:ext cx="179" cy="17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cs"/>
                  <a:sym typeface="方正宝黑体 简 Medium" panose="02010600010101010101" charset="-122"/>
                </a:endParaRPr>
              </a:p>
            </p:txBody>
          </p:sp>
          <p:sp>
            <p:nvSpPr>
              <p:cNvPr id="31" name="椭圆 30"/>
              <p:cNvSpPr>
                <a:spLocks noChangeAspect="1"/>
              </p:cNvSpPr>
              <p:nvPr/>
            </p:nvSpPr>
            <p:spPr>
              <a:xfrm rot="5400000" flipH="1">
                <a:off x="8651" y="9544"/>
                <a:ext cx="179" cy="17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cs"/>
                  <a:sym typeface="方正宝黑体 简 Medium" panose="02010600010101010101" charset="-122"/>
                </a:endParaRPr>
              </a:p>
            </p:txBody>
          </p:sp>
        </p:grpSp>
        <p:grpSp>
          <p:nvGrpSpPr>
            <p:cNvPr id="19" name="组合 18"/>
            <p:cNvGrpSpPr/>
            <p:nvPr/>
          </p:nvGrpSpPr>
          <p:grpSpPr>
            <a:xfrm>
              <a:off x="8651" y="8479"/>
              <a:ext cx="807" cy="178"/>
              <a:chOff x="8651" y="8765"/>
              <a:chExt cx="807" cy="178"/>
            </a:xfrm>
            <a:grpFill/>
          </p:grpSpPr>
          <p:sp>
            <p:nvSpPr>
              <p:cNvPr id="28" name="椭圆 27"/>
              <p:cNvSpPr>
                <a:spLocks noChangeAspect="1"/>
              </p:cNvSpPr>
              <p:nvPr/>
            </p:nvSpPr>
            <p:spPr>
              <a:xfrm rot="5400000" flipH="1">
                <a:off x="9279" y="8764"/>
                <a:ext cx="178" cy="17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cs"/>
                  <a:sym typeface="方正宝黑体 简 Medium" panose="02010600010101010101" charset="-122"/>
                </a:endParaRPr>
              </a:p>
            </p:txBody>
          </p:sp>
          <p:sp>
            <p:nvSpPr>
              <p:cNvPr id="29" name="椭圆 28"/>
              <p:cNvSpPr>
                <a:spLocks noChangeAspect="1"/>
              </p:cNvSpPr>
              <p:nvPr/>
            </p:nvSpPr>
            <p:spPr>
              <a:xfrm rot="5400000" flipH="1">
                <a:off x="8651" y="8764"/>
                <a:ext cx="178" cy="17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cs"/>
                  <a:sym typeface="方正宝黑体 简 Medium" panose="02010600010101010101" charset="-122"/>
                </a:endParaRPr>
              </a:p>
            </p:txBody>
          </p:sp>
        </p:grpSp>
        <p:grpSp>
          <p:nvGrpSpPr>
            <p:cNvPr id="21" name="组合 20"/>
            <p:cNvGrpSpPr/>
            <p:nvPr/>
          </p:nvGrpSpPr>
          <p:grpSpPr>
            <a:xfrm>
              <a:off x="8651" y="7842"/>
              <a:ext cx="807" cy="178"/>
              <a:chOff x="8651" y="7985"/>
              <a:chExt cx="807" cy="178"/>
            </a:xfrm>
            <a:grpFill/>
          </p:grpSpPr>
          <p:sp>
            <p:nvSpPr>
              <p:cNvPr id="26" name="椭圆 25"/>
              <p:cNvSpPr>
                <a:spLocks noChangeAspect="1"/>
              </p:cNvSpPr>
              <p:nvPr/>
            </p:nvSpPr>
            <p:spPr>
              <a:xfrm rot="5400000" flipH="1">
                <a:off x="9279" y="7984"/>
                <a:ext cx="178" cy="17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cs"/>
                  <a:sym typeface="方正宝黑体 简 Medium" panose="02010600010101010101" charset="-122"/>
                </a:endParaRPr>
              </a:p>
            </p:txBody>
          </p:sp>
          <p:sp>
            <p:nvSpPr>
              <p:cNvPr id="27" name="椭圆 26"/>
              <p:cNvSpPr>
                <a:spLocks noChangeAspect="1"/>
              </p:cNvSpPr>
              <p:nvPr/>
            </p:nvSpPr>
            <p:spPr>
              <a:xfrm rot="5400000" flipH="1">
                <a:off x="8651" y="7984"/>
                <a:ext cx="178" cy="17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cs"/>
                  <a:sym typeface="方正宝黑体 简 Medium" panose="02010600010101010101" charset="-122"/>
                </a:endParaRPr>
              </a:p>
            </p:txBody>
          </p:sp>
        </p:grpSp>
        <p:grpSp>
          <p:nvGrpSpPr>
            <p:cNvPr id="22" name="组合 21"/>
            <p:cNvGrpSpPr/>
            <p:nvPr/>
          </p:nvGrpSpPr>
          <p:grpSpPr>
            <a:xfrm>
              <a:off x="8651" y="7205"/>
              <a:ext cx="807" cy="178"/>
              <a:chOff x="8651" y="7205"/>
              <a:chExt cx="807" cy="178"/>
            </a:xfrm>
            <a:grpFill/>
          </p:grpSpPr>
          <p:sp>
            <p:nvSpPr>
              <p:cNvPr id="23" name="椭圆 22"/>
              <p:cNvSpPr>
                <a:spLocks noChangeAspect="1"/>
              </p:cNvSpPr>
              <p:nvPr/>
            </p:nvSpPr>
            <p:spPr>
              <a:xfrm rot="5400000" flipH="1">
                <a:off x="9279" y="7204"/>
                <a:ext cx="178" cy="17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cs"/>
                  <a:sym typeface="方正宝黑体 简 Medium" panose="02010600010101010101" charset="-122"/>
                </a:endParaRPr>
              </a:p>
            </p:txBody>
          </p:sp>
          <p:sp>
            <p:nvSpPr>
              <p:cNvPr id="25" name="椭圆 24"/>
              <p:cNvSpPr>
                <a:spLocks noChangeAspect="1"/>
              </p:cNvSpPr>
              <p:nvPr/>
            </p:nvSpPr>
            <p:spPr>
              <a:xfrm rot="5400000" flipH="1">
                <a:off x="8651" y="7204"/>
                <a:ext cx="178" cy="17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cs"/>
                  <a:sym typeface="方正宝黑体 简 Medium" panose="02010600010101010101" charset="-122"/>
                </a:endParaRPr>
              </a:p>
            </p:txBody>
          </p:sp>
        </p:grpSp>
      </p:grpSp>
      <p:grpSp>
        <p:nvGrpSpPr>
          <p:cNvPr id="9225" name="组合 32"/>
          <p:cNvGrpSpPr/>
          <p:nvPr userDrawn="1"/>
        </p:nvGrpSpPr>
        <p:grpSpPr>
          <a:xfrm>
            <a:off x="3089275" y="0"/>
            <a:ext cx="2728913" cy="1363663"/>
            <a:chOff x="3089660" y="0"/>
            <a:chExt cx="2728840" cy="1364420"/>
          </a:xfrm>
        </p:grpSpPr>
        <p:sp>
          <p:nvSpPr>
            <p:cNvPr id="34" name="任意多边形: 形状 33"/>
            <p:cNvSpPr/>
            <p:nvPr>
              <p:custDataLst>
                <p:tags r:id="rId8"/>
              </p:custDataLst>
            </p:nvPr>
          </p:nvSpPr>
          <p:spPr>
            <a:xfrm>
              <a:off x="3825125" y="0"/>
              <a:ext cx="1257910" cy="628955"/>
            </a:xfrm>
            <a:custGeom>
              <a:avLst/>
              <a:gdLst>
                <a:gd name="connsiteX0" fmla="*/ 26397 w 1257910"/>
                <a:gd name="connsiteY0" fmla="*/ 0 h 799585"/>
                <a:gd name="connsiteX1" fmla="*/ 1231513 w 1257910"/>
                <a:gd name="connsiteY1" fmla="*/ 0 h 799585"/>
                <a:gd name="connsiteX2" fmla="*/ 1245132 w 1257910"/>
                <a:gd name="connsiteY2" fmla="*/ 43874 h 799585"/>
                <a:gd name="connsiteX3" fmla="*/ 1257910 w 1257910"/>
                <a:gd name="connsiteY3" fmla="*/ 170630 h 799585"/>
                <a:gd name="connsiteX4" fmla="*/ 628955 w 1257910"/>
                <a:gd name="connsiteY4" fmla="*/ 799585 h 799585"/>
                <a:gd name="connsiteX5" fmla="*/ 0 w 1257910"/>
                <a:gd name="connsiteY5" fmla="*/ 170630 h 799585"/>
                <a:gd name="connsiteX6" fmla="*/ 12778 w 1257910"/>
                <a:gd name="connsiteY6" fmla="*/ 43874 h 799585"/>
                <a:gd name="connsiteX7" fmla="*/ 26397 w 1257910"/>
                <a:gd name="connsiteY7" fmla="*/ 0 h 799585"/>
                <a:gd name="connsiteX0-1" fmla="*/ 1231513 w 1322953"/>
                <a:gd name="connsiteY0-2" fmla="*/ 0 h 799585"/>
                <a:gd name="connsiteX1-3" fmla="*/ 1245132 w 1322953"/>
                <a:gd name="connsiteY1-4" fmla="*/ 43874 h 799585"/>
                <a:gd name="connsiteX2-5" fmla="*/ 1257910 w 1322953"/>
                <a:gd name="connsiteY2-6" fmla="*/ 170630 h 799585"/>
                <a:gd name="connsiteX3-7" fmla="*/ 628955 w 1322953"/>
                <a:gd name="connsiteY3-8" fmla="*/ 799585 h 799585"/>
                <a:gd name="connsiteX4-9" fmla="*/ 0 w 1322953"/>
                <a:gd name="connsiteY4-10" fmla="*/ 170630 h 799585"/>
                <a:gd name="connsiteX5-11" fmla="*/ 12778 w 1322953"/>
                <a:gd name="connsiteY5-12" fmla="*/ 43874 h 799585"/>
                <a:gd name="connsiteX6-13" fmla="*/ 26397 w 1322953"/>
                <a:gd name="connsiteY6-14" fmla="*/ 0 h 799585"/>
                <a:gd name="connsiteX7-15" fmla="*/ 1322953 w 1322953"/>
                <a:gd name="connsiteY7-16" fmla="*/ 91440 h 799585"/>
                <a:gd name="connsiteX0-17" fmla="*/ 1231513 w 1257910"/>
                <a:gd name="connsiteY0-18" fmla="*/ 0 h 799585"/>
                <a:gd name="connsiteX1-19" fmla="*/ 1245132 w 1257910"/>
                <a:gd name="connsiteY1-20" fmla="*/ 43874 h 799585"/>
                <a:gd name="connsiteX2-21" fmla="*/ 1257910 w 1257910"/>
                <a:gd name="connsiteY2-22" fmla="*/ 170630 h 799585"/>
                <a:gd name="connsiteX3-23" fmla="*/ 628955 w 1257910"/>
                <a:gd name="connsiteY3-24" fmla="*/ 799585 h 799585"/>
                <a:gd name="connsiteX4-25" fmla="*/ 0 w 1257910"/>
                <a:gd name="connsiteY4-26" fmla="*/ 170630 h 799585"/>
                <a:gd name="connsiteX5-27" fmla="*/ 12778 w 1257910"/>
                <a:gd name="connsiteY5-28" fmla="*/ 43874 h 799585"/>
                <a:gd name="connsiteX6-29" fmla="*/ 26397 w 1257910"/>
                <a:gd name="connsiteY6-30" fmla="*/ 0 h 799585"/>
                <a:gd name="connsiteX0-31" fmla="*/ 1245132 w 1257910"/>
                <a:gd name="connsiteY0-32" fmla="*/ 43874 h 799585"/>
                <a:gd name="connsiteX1-33" fmla="*/ 1257910 w 1257910"/>
                <a:gd name="connsiteY1-34" fmla="*/ 170630 h 799585"/>
                <a:gd name="connsiteX2-35" fmla="*/ 628955 w 1257910"/>
                <a:gd name="connsiteY2-36" fmla="*/ 799585 h 799585"/>
                <a:gd name="connsiteX3-37" fmla="*/ 0 w 1257910"/>
                <a:gd name="connsiteY3-38" fmla="*/ 170630 h 799585"/>
                <a:gd name="connsiteX4-39" fmla="*/ 12778 w 1257910"/>
                <a:gd name="connsiteY4-40" fmla="*/ 43874 h 799585"/>
                <a:gd name="connsiteX5-41" fmla="*/ 26397 w 1257910"/>
                <a:gd name="connsiteY5-42" fmla="*/ 0 h 799585"/>
                <a:gd name="connsiteX0-43" fmla="*/ 1245132 w 1257910"/>
                <a:gd name="connsiteY0-44" fmla="*/ 0 h 755711"/>
                <a:gd name="connsiteX1-45" fmla="*/ 1257910 w 1257910"/>
                <a:gd name="connsiteY1-46" fmla="*/ 126756 h 755711"/>
                <a:gd name="connsiteX2-47" fmla="*/ 628955 w 1257910"/>
                <a:gd name="connsiteY2-48" fmla="*/ 755711 h 755711"/>
                <a:gd name="connsiteX3-49" fmla="*/ 0 w 1257910"/>
                <a:gd name="connsiteY3-50" fmla="*/ 126756 h 755711"/>
                <a:gd name="connsiteX4-51" fmla="*/ 12778 w 1257910"/>
                <a:gd name="connsiteY4-52" fmla="*/ 0 h 755711"/>
                <a:gd name="connsiteX0-53" fmla="*/ 1257910 w 1257910"/>
                <a:gd name="connsiteY0-54" fmla="*/ 126756 h 755711"/>
                <a:gd name="connsiteX1-55" fmla="*/ 628955 w 1257910"/>
                <a:gd name="connsiteY1-56" fmla="*/ 755711 h 755711"/>
                <a:gd name="connsiteX2-57" fmla="*/ 0 w 1257910"/>
                <a:gd name="connsiteY2-58" fmla="*/ 126756 h 755711"/>
                <a:gd name="connsiteX3-59" fmla="*/ 12778 w 1257910"/>
                <a:gd name="connsiteY3-60" fmla="*/ 0 h 755711"/>
                <a:gd name="connsiteX0-61" fmla="*/ 1257910 w 1257910"/>
                <a:gd name="connsiteY0-62" fmla="*/ 0 h 628955"/>
                <a:gd name="connsiteX1-63" fmla="*/ 628955 w 1257910"/>
                <a:gd name="connsiteY1-64" fmla="*/ 628955 h 628955"/>
                <a:gd name="connsiteX2-65" fmla="*/ 0 w 1257910"/>
                <a:gd name="connsiteY2-66" fmla="*/ 0 h 62895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257910" h="628955">
                  <a:moveTo>
                    <a:pt x="1257910" y="0"/>
                  </a:moveTo>
                  <a:cubicBezTo>
                    <a:pt x="1257910" y="347362"/>
                    <a:pt x="976317" y="628955"/>
                    <a:pt x="628955" y="628955"/>
                  </a:cubicBezTo>
                  <a:cubicBezTo>
                    <a:pt x="281593" y="628955"/>
                    <a:pt x="0" y="347362"/>
                    <a:pt x="0" y="0"/>
                  </a:cubicBezTo>
                </a:path>
              </a:pathLst>
            </a:custGeom>
            <a:noFill/>
            <a:ln>
              <a:solidFill>
                <a:schemeClr val="accent5">
                  <a:alpha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方正宝黑体 简 Medium" panose="02010600010101010101" charset="-122"/>
                <a:ea typeface="方正宝黑体 简 Medium" panose="02010600010101010101" charset="-122"/>
                <a:cs typeface="+mn-cs"/>
                <a:sym typeface="方正宝黑体 简 Medium" panose="02010600010101010101" charset="-122"/>
              </a:endParaRPr>
            </a:p>
          </p:txBody>
        </p:sp>
        <p:sp>
          <p:nvSpPr>
            <p:cNvPr id="35" name="任意多边形: 形状 34"/>
            <p:cNvSpPr/>
            <p:nvPr>
              <p:custDataLst>
                <p:tags r:id="rId9"/>
              </p:custDataLst>
            </p:nvPr>
          </p:nvSpPr>
          <p:spPr>
            <a:xfrm>
              <a:off x="3651277" y="0"/>
              <a:ext cx="1605606" cy="802804"/>
            </a:xfrm>
            <a:custGeom>
              <a:avLst/>
              <a:gdLst>
                <a:gd name="connsiteX0" fmla="*/ 26397 w 1257910"/>
                <a:gd name="connsiteY0" fmla="*/ 0 h 799585"/>
                <a:gd name="connsiteX1" fmla="*/ 1231513 w 1257910"/>
                <a:gd name="connsiteY1" fmla="*/ 0 h 799585"/>
                <a:gd name="connsiteX2" fmla="*/ 1245132 w 1257910"/>
                <a:gd name="connsiteY2" fmla="*/ 43874 h 799585"/>
                <a:gd name="connsiteX3" fmla="*/ 1257910 w 1257910"/>
                <a:gd name="connsiteY3" fmla="*/ 170630 h 799585"/>
                <a:gd name="connsiteX4" fmla="*/ 628955 w 1257910"/>
                <a:gd name="connsiteY4" fmla="*/ 799585 h 799585"/>
                <a:gd name="connsiteX5" fmla="*/ 0 w 1257910"/>
                <a:gd name="connsiteY5" fmla="*/ 170630 h 799585"/>
                <a:gd name="connsiteX6" fmla="*/ 12778 w 1257910"/>
                <a:gd name="connsiteY6" fmla="*/ 43874 h 799585"/>
                <a:gd name="connsiteX7" fmla="*/ 26397 w 1257910"/>
                <a:gd name="connsiteY7" fmla="*/ 0 h 799585"/>
                <a:gd name="connsiteX0-1" fmla="*/ 1231513 w 1322953"/>
                <a:gd name="connsiteY0-2" fmla="*/ 0 h 799585"/>
                <a:gd name="connsiteX1-3" fmla="*/ 1245132 w 1322953"/>
                <a:gd name="connsiteY1-4" fmla="*/ 43874 h 799585"/>
                <a:gd name="connsiteX2-5" fmla="*/ 1257910 w 1322953"/>
                <a:gd name="connsiteY2-6" fmla="*/ 170630 h 799585"/>
                <a:gd name="connsiteX3-7" fmla="*/ 628955 w 1322953"/>
                <a:gd name="connsiteY3-8" fmla="*/ 799585 h 799585"/>
                <a:gd name="connsiteX4-9" fmla="*/ 0 w 1322953"/>
                <a:gd name="connsiteY4-10" fmla="*/ 170630 h 799585"/>
                <a:gd name="connsiteX5-11" fmla="*/ 12778 w 1322953"/>
                <a:gd name="connsiteY5-12" fmla="*/ 43874 h 799585"/>
                <a:gd name="connsiteX6-13" fmla="*/ 26397 w 1322953"/>
                <a:gd name="connsiteY6-14" fmla="*/ 0 h 799585"/>
                <a:gd name="connsiteX7-15" fmla="*/ 1322953 w 1322953"/>
                <a:gd name="connsiteY7-16" fmla="*/ 91440 h 799585"/>
                <a:gd name="connsiteX0-17" fmla="*/ 1231513 w 1257910"/>
                <a:gd name="connsiteY0-18" fmla="*/ 0 h 799585"/>
                <a:gd name="connsiteX1-19" fmla="*/ 1245132 w 1257910"/>
                <a:gd name="connsiteY1-20" fmla="*/ 43874 h 799585"/>
                <a:gd name="connsiteX2-21" fmla="*/ 1257910 w 1257910"/>
                <a:gd name="connsiteY2-22" fmla="*/ 170630 h 799585"/>
                <a:gd name="connsiteX3-23" fmla="*/ 628955 w 1257910"/>
                <a:gd name="connsiteY3-24" fmla="*/ 799585 h 799585"/>
                <a:gd name="connsiteX4-25" fmla="*/ 0 w 1257910"/>
                <a:gd name="connsiteY4-26" fmla="*/ 170630 h 799585"/>
                <a:gd name="connsiteX5-27" fmla="*/ 12778 w 1257910"/>
                <a:gd name="connsiteY5-28" fmla="*/ 43874 h 799585"/>
                <a:gd name="connsiteX6-29" fmla="*/ 26397 w 1257910"/>
                <a:gd name="connsiteY6-30" fmla="*/ 0 h 799585"/>
                <a:gd name="connsiteX0-31" fmla="*/ 1245132 w 1257910"/>
                <a:gd name="connsiteY0-32" fmla="*/ 43874 h 799585"/>
                <a:gd name="connsiteX1-33" fmla="*/ 1257910 w 1257910"/>
                <a:gd name="connsiteY1-34" fmla="*/ 170630 h 799585"/>
                <a:gd name="connsiteX2-35" fmla="*/ 628955 w 1257910"/>
                <a:gd name="connsiteY2-36" fmla="*/ 799585 h 799585"/>
                <a:gd name="connsiteX3-37" fmla="*/ 0 w 1257910"/>
                <a:gd name="connsiteY3-38" fmla="*/ 170630 h 799585"/>
                <a:gd name="connsiteX4-39" fmla="*/ 12778 w 1257910"/>
                <a:gd name="connsiteY4-40" fmla="*/ 43874 h 799585"/>
                <a:gd name="connsiteX5-41" fmla="*/ 26397 w 1257910"/>
                <a:gd name="connsiteY5-42" fmla="*/ 0 h 799585"/>
                <a:gd name="connsiteX0-43" fmla="*/ 1245132 w 1257910"/>
                <a:gd name="connsiteY0-44" fmla="*/ 0 h 755711"/>
                <a:gd name="connsiteX1-45" fmla="*/ 1257910 w 1257910"/>
                <a:gd name="connsiteY1-46" fmla="*/ 126756 h 755711"/>
                <a:gd name="connsiteX2-47" fmla="*/ 628955 w 1257910"/>
                <a:gd name="connsiteY2-48" fmla="*/ 755711 h 755711"/>
                <a:gd name="connsiteX3-49" fmla="*/ 0 w 1257910"/>
                <a:gd name="connsiteY3-50" fmla="*/ 126756 h 755711"/>
                <a:gd name="connsiteX4-51" fmla="*/ 12778 w 1257910"/>
                <a:gd name="connsiteY4-52" fmla="*/ 0 h 755711"/>
                <a:gd name="connsiteX0-53" fmla="*/ 1257910 w 1257910"/>
                <a:gd name="connsiteY0-54" fmla="*/ 126756 h 755711"/>
                <a:gd name="connsiteX1-55" fmla="*/ 628955 w 1257910"/>
                <a:gd name="connsiteY1-56" fmla="*/ 755711 h 755711"/>
                <a:gd name="connsiteX2-57" fmla="*/ 0 w 1257910"/>
                <a:gd name="connsiteY2-58" fmla="*/ 126756 h 755711"/>
                <a:gd name="connsiteX3-59" fmla="*/ 12778 w 1257910"/>
                <a:gd name="connsiteY3-60" fmla="*/ 0 h 755711"/>
                <a:gd name="connsiteX0-61" fmla="*/ 1257910 w 1257910"/>
                <a:gd name="connsiteY0-62" fmla="*/ 0 h 628955"/>
                <a:gd name="connsiteX1-63" fmla="*/ 628955 w 1257910"/>
                <a:gd name="connsiteY1-64" fmla="*/ 628955 h 628955"/>
                <a:gd name="connsiteX2-65" fmla="*/ 0 w 1257910"/>
                <a:gd name="connsiteY2-66" fmla="*/ 0 h 62895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257910" h="628955">
                  <a:moveTo>
                    <a:pt x="1257910" y="0"/>
                  </a:moveTo>
                  <a:cubicBezTo>
                    <a:pt x="1257910" y="347362"/>
                    <a:pt x="976317" y="628955"/>
                    <a:pt x="628955" y="628955"/>
                  </a:cubicBezTo>
                  <a:cubicBezTo>
                    <a:pt x="281593" y="628955"/>
                    <a:pt x="0" y="347362"/>
                    <a:pt x="0" y="0"/>
                  </a:cubicBezTo>
                </a:path>
              </a:pathLst>
            </a:custGeom>
            <a:noFill/>
            <a:ln>
              <a:solidFill>
                <a:schemeClr val="accent5">
                  <a:alpha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方正宝黑体 简 Medium" panose="02010600010101010101" charset="-122"/>
                <a:ea typeface="方正宝黑体 简 Medium" panose="02010600010101010101" charset="-122"/>
                <a:cs typeface="+mn-cs"/>
                <a:sym typeface="方正宝黑体 简 Medium" panose="02010600010101010101" charset="-122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方正宝黑体 简 Medium" panose="02010600010101010101" charset="-122"/>
                <a:ea typeface="方正宝黑体 简 Medium" panose="02010600010101010101" charset="-122"/>
                <a:cs typeface="+mn-cs"/>
                <a:sym typeface="方正宝黑体 简 Medium" panose="02010600010101010101" charset="-122"/>
              </a:endParaRPr>
            </a:p>
          </p:txBody>
        </p:sp>
        <p:sp>
          <p:nvSpPr>
            <p:cNvPr id="36" name="任意多边形: 形状 35"/>
            <p:cNvSpPr/>
            <p:nvPr>
              <p:custDataLst>
                <p:tags r:id="rId10"/>
              </p:custDataLst>
            </p:nvPr>
          </p:nvSpPr>
          <p:spPr>
            <a:xfrm>
              <a:off x="3483452" y="0"/>
              <a:ext cx="1941257" cy="970629"/>
            </a:xfrm>
            <a:custGeom>
              <a:avLst/>
              <a:gdLst>
                <a:gd name="connsiteX0" fmla="*/ 26397 w 1257910"/>
                <a:gd name="connsiteY0" fmla="*/ 0 h 799585"/>
                <a:gd name="connsiteX1" fmla="*/ 1231513 w 1257910"/>
                <a:gd name="connsiteY1" fmla="*/ 0 h 799585"/>
                <a:gd name="connsiteX2" fmla="*/ 1245132 w 1257910"/>
                <a:gd name="connsiteY2" fmla="*/ 43874 h 799585"/>
                <a:gd name="connsiteX3" fmla="*/ 1257910 w 1257910"/>
                <a:gd name="connsiteY3" fmla="*/ 170630 h 799585"/>
                <a:gd name="connsiteX4" fmla="*/ 628955 w 1257910"/>
                <a:gd name="connsiteY4" fmla="*/ 799585 h 799585"/>
                <a:gd name="connsiteX5" fmla="*/ 0 w 1257910"/>
                <a:gd name="connsiteY5" fmla="*/ 170630 h 799585"/>
                <a:gd name="connsiteX6" fmla="*/ 12778 w 1257910"/>
                <a:gd name="connsiteY6" fmla="*/ 43874 h 799585"/>
                <a:gd name="connsiteX7" fmla="*/ 26397 w 1257910"/>
                <a:gd name="connsiteY7" fmla="*/ 0 h 799585"/>
                <a:gd name="connsiteX0-1" fmla="*/ 1231513 w 1322953"/>
                <a:gd name="connsiteY0-2" fmla="*/ 0 h 799585"/>
                <a:gd name="connsiteX1-3" fmla="*/ 1245132 w 1322953"/>
                <a:gd name="connsiteY1-4" fmla="*/ 43874 h 799585"/>
                <a:gd name="connsiteX2-5" fmla="*/ 1257910 w 1322953"/>
                <a:gd name="connsiteY2-6" fmla="*/ 170630 h 799585"/>
                <a:gd name="connsiteX3-7" fmla="*/ 628955 w 1322953"/>
                <a:gd name="connsiteY3-8" fmla="*/ 799585 h 799585"/>
                <a:gd name="connsiteX4-9" fmla="*/ 0 w 1322953"/>
                <a:gd name="connsiteY4-10" fmla="*/ 170630 h 799585"/>
                <a:gd name="connsiteX5-11" fmla="*/ 12778 w 1322953"/>
                <a:gd name="connsiteY5-12" fmla="*/ 43874 h 799585"/>
                <a:gd name="connsiteX6-13" fmla="*/ 26397 w 1322953"/>
                <a:gd name="connsiteY6-14" fmla="*/ 0 h 799585"/>
                <a:gd name="connsiteX7-15" fmla="*/ 1322953 w 1322953"/>
                <a:gd name="connsiteY7-16" fmla="*/ 91440 h 799585"/>
                <a:gd name="connsiteX0-17" fmla="*/ 1231513 w 1257910"/>
                <a:gd name="connsiteY0-18" fmla="*/ 0 h 799585"/>
                <a:gd name="connsiteX1-19" fmla="*/ 1245132 w 1257910"/>
                <a:gd name="connsiteY1-20" fmla="*/ 43874 h 799585"/>
                <a:gd name="connsiteX2-21" fmla="*/ 1257910 w 1257910"/>
                <a:gd name="connsiteY2-22" fmla="*/ 170630 h 799585"/>
                <a:gd name="connsiteX3-23" fmla="*/ 628955 w 1257910"/>
                <a:gd name="connsiteY3-24" fmla="*/ 799585 h 799585"/>
                <a:gd name="connsiteX4-25" fmla="*/ 0 w 1257910"/>
                <a:gd name="connsiteY4-26" fmla="*/ 170630 h 799585"/>
                <a:gd name="connsiteX5-27" fmla="*/ 12778 w 1257910"/>
                <a:gd name="connsiteY5-28" fmla="*/ 43874 h 799585"/>
                <a:gd name="connsiteX6-29" fmla="*/ 26397 w 1257910"/>
                <a:gd name="connsiteY6-30" fmla="*/ 0 h 799585"/>
                <a:gd name="connsiteX0-31" fmla="*/ 1245132 w 1257910"/>
                <a:gd name="connsiteY0-32" fmla="*/ 43874 h 799585"/>
                <a:gd name="connsiteX1-33" fmla="*/ 1257910 w 1257910"/>
                <a:gd name="connsiteY1-34" fmla="*/ 170630 h 799585"/>
                <a:gd name="connsiteX2-35" fmla="*/ 628955 w 1257910"/>
                <a:gd name="connsiteY2-36" fmla="*/ 799585 h 799585"/>
                <a:gd name="connsiteX3-37" fmla="*/ 0 w 1257910"/>
                <a:gd name="connsiteY3-38" fmla="*/ 170630 h 799585"/>
                <a:gd name="connsiteX4-39" fmla="*/ 12778 w 1257910"/>
                <a:gd name="connsiteY4-40" fmla="*/ 43874 h 799585"/>
                <a:gd name="connsiteX5-41" fmla="*/ 26397 w 1257910"/>
                <a:gd name="connsiteY5-42" fmla="*/ 0 h 799585"/>
                <a:gd name="connsiteX0-43" fmla="*/ 1245132 w 1257910"/>
                <a:gd name="connsiteY0-44" fmla="*/ 0 h 755711"/>
                <a:gd name="connsiteX1-45" fmla="*/ 1257910 w 1257910"/>
                <a:gd name="connsiteY1-46" fmla="*/ 126756 h 755711"/>
                <a:gd name="connsiteX2-47" fmla="*/ 628955 w 1257910"/>
                <a:gd name="connsiteY2-48" fmla="*/ 755711 h 755711"/>
                <a:gd name="connsiteX3-49" fmla="*/ 0 w 1257910"/>
                <a:gd name="connsiteY3-50" fmla="*/ 126756 h 755711"/>
                <a:gd name="connsiteX4-51" fmla="*/ 12778 w 1257910"/>
                <a:gd name="connsiteY4-52" fmla="*/ 0 h 755711"/>
                <a:gd name="connsiteX0-53" fmla="*/ 1257910 w 1257910"/>
                <a:gd name="connsiteY0-54" fmla="*/ 126756 h 755711"/>
                <a:gd name="connsiteX1-55" fmla="*/ 628955 w 1257910"/>
                <a:gd name="connsiteY1-56" fmla="*/ 755711 h 755711"/>
                <a:gd name="connsiteX2-57" fmla="*/ 0 w 1257910"/>
                <a:gd name="connsiteY2-58" fmla="*/ 126756 h 755711"/>
                <a:gd name="connsiteX3-59" fmla="*/ 12778 w 1257910"/>
                <a:gd name="connsiteY3-60" fmla="*/ 0 h 755711"/>
                <a:gd name="connsiteX0-61" fmla="*/ 1257910 w 1257910"/>
                <a:gd name="connsiteY0-62" fmla="*/ 0 h 628955"/>
                <a:gd name="connsiteX1-63" fmla="*/ 628955 w 1257910"/>
                <a:gd name="connsiteY1-64" fmla="*/ 628955 h 628955"/>
                <a:gd name="connsiteX2-65" fmla="*/ 0 w 1257910"/>
                <a:gd name="connsiteY2-66" fmla="*/ 0 h 62895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257910" h="628955">
                  <a:moveTo>
                    <a:pt x="1257910" y="0"/>
                  </a:moveTo>
                  <a:cubicBezTo>
                    <a:pt x="1257910" y="347362"/>
                    <a:pt x="976317" y="628955"/>
                    <a:pt x="628955" y="628955"/>
                  </a:cubicBezTo>
                  <a:cubicBezTo>
                    <a:pt x="281593" y="628955"/>
                    <a:pt x="0" y="347362"/>
                    <a:pt x="0" y="0"/>
                  </a:cubicBezTo>
                </a:path>
              </a:pathLst>
            </a:custGeom>
            <a:noFill/>
            <a:ln>
              <a:solidFill>
                <a:schemeClr val="accent5">
                  <a:alpha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方正宝黑体 简 Medium" panose="02010600010101010101" charset="-122"/>
                <a:ea typeface="方正宝黑体 简 Medium" panose="02010600010101010101" charset="-122"/>
                <a:cs typeface="+mn-cs"/>
                <a:sym typeface="方正宝黑体 简 Medium" panose="02010600010101010101" charset="-122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方正宝黑体 简 Medium" panose="02010600010101010101" charset="-122"/>
                <a:ea typeface="方正宝黑体 简 Medium" panose="02010600010101010101" charset="-122"/>
                <a:cs typeface="+mn-cs"/>
                <a:sym typeface="方正宝黑体 简 Medium" panose="02010600010101010101" charset="-122"/>
              </a:endParaRPr>
            </a:p>
          </p:txBody>
        </p:sp>
        <p:sp>
          <p:nvSpPr>
            <p:cNvPr id="37" name="任意多边形: 形状 36"/>
            <p:cNvSpPr/>
            <p:nvPr>
              <p:custDataLst>
                <p:tags r:id="rId11"/>
              </p:custDataLst>
            </p:nvPr>
          </p:nvSpPr>
          <p:spPr>
            <a:xfrm>
              <a:off x="3301845" y="0"/>
              <a:ext cx="2304471" cy="1152236"/>
            </a:xfrm>
            <a:custGeom>
              <a:avLst/>
              <a:gdLst>
                <a:gd name="connsiteX0" fmla="*/ 26397 w 1257910"/>
                <a:gd name="connsiteY0" fmla="*/ 0 h 799585"/>
                <a:gd name="connsiteX1" fmla="*/ 1231513 w 1257910"/>
                <a:gd name="connsiteY1" fmla="*/ 0 h 799585"/>
                <a:gd name="connsiteX2" fmla="*/ 1245132 w 1257910"/>
                <a:gd name="connsiteY2" fmla="*/ 43874 h 799585"/>
                <a:gd name="connsiteX3" fmla="*/ 1257910 w 1257910"/>
                <a:gd name="connsiteY3" fmla="*/ 170630 h 799585"/>
                <a:gd name="connsiteX4" fmla="*/ 628955 w 1257910"/>
                <a:gd name="connsiteY4" fmla="*/ 799585 h 799585"/>
                <a:gd name="connsiteX5" fmla="*/ 0 w 1257910"/>
                <a:gd name="connsiteY5" fmla="*/ 170630 h 799585"/>
                <a:gd name="connsiteX6" fmla="*/ 12778 w 1257910"/>
                <a:gd name="connsiteY6" fmla="*/ 43874 h 799585"/>
                <a:gd name="connsiteX7" fmla="*/ 26397 w 1257910"/>
                <a:gd name="connsiteY7" fmla="*/ 0 h 799585"/>
                <a:gd name="connsiteX0-1" fmla="*/ 1231513 w 1322953"/>
                <a:gd name="connsiteY0-2" fmla="*/ 0 h 799585"/>
                <a:gd name="connsiteX1-3" fmla="*/ 1245132 w 1322953"/>
                <a:gd name="connsiteY1-4" fmla="*/ 43874 h 799585"/>
                <a:gd name="connsiteX2-5" fmla="*/ 1257910 w 1322953"/>
                <a:gd name="connsiteY2-6" fmla="*/ 170630 h 799585"/>
                <a:gd name="connsiteX3-7" fmla="*/ 628955 w 1322953"/>
                <a:gd name="connsiteY3-8" fmla="*/ 799585 h 799585"/>
                <a:gd name="connsiteX4-9" fmla="*/ 0 w 1322953"/>
                <a:gd name="connsiteY4-10" fmla="*/ 170630 h 799585"/>
                <a:gd name="connsiteX5-11" fmla="*/ 12778 w 1322953"/>
                <a:gd name="connsiteY5-12" fmla="*/ 43874 h 799585"/>
                <a:gd name="connsiteX6-13" fmla="*/ 26397 w 1322953"/>
                <a:gd name="connsiteY6-14" fmla="*/ 0 h 799585"/>
                <a:gd name="connsiteX7-15" fmla="*/ 1322953 w 1322953"/>
                <a:gd name="connsiteY7-16" fmla="*/ 91440 h 799585"/>
                <a:gd name="connsiteX0-17" fmla="*/ 1231513 w 1257910"/>
                <a:gd name="connsiteY0-18" fmla="*/ 0 h 799585"/>
                <a:gd name="connsiteX1-19" fmla="*/ 1245132 w 1257910"/>
                <a:gd name="connsiteY1-20" fmla="*/ 43874 h 799585"/>
                <a:gd name="connsiteX2-21" fmla="*/ 1257910 w 1257910"/>
                <a:gd name="connsiteY2-22" fmla="*/ 170630 h 799585"/>
                <a:gd name="connsiteX3-23" fmla="*/ 628955 w 1257910"/>
                <a:gd name="connsiteY3-24" fmla="*/ 799585 h 799585"/>
                <a:gd name="connsiteX4-25" fmla="*/ 0 w 1257910"/>
                <a:gd name="connsiteY4-26" fmla="*/ 170630 h 799585"/>
                <a:gd name="connsiteX5-27" fmla="*/ 12778 w 1257910"/>
                <a:gd name="connsiteY5-28" fmla="*/ 43874 h 799585"/>
                <a:gd name="connsiteX6-29" fmla="*/ 26397 w 1257910"/>
                <a:gd name="connsiteY6-30" fmla="*/ 0 h 799585"/>
                <a:gd name="connsiteX0-31" fmla="*/ 1245132 w 1257910"/>
                <a:gd name="connsiteY0-32" fmla="*/ 43874 h 799585"/>
                <a:gd name="connsiteX1-33" fmla="*/ 1257910 w 1257910"/>
                <a:gd name="connsiteY1-34" fmla="*/ 170630 h 799585"/>
                <a:gd name="connsiteX2-35" fmla="*/ 628955 w 1257910"/>
                <a:gd name="connsiteY2-36" fmla="*/ 799585 h 799585"/>
                <a:gd name="connsiteX3-37" fmla="*/ 0 w 1257910"/>
                <a:gd name="connsiteY3-38" fmla="*/ 170630 h 799585"/>
                <a:gd name="connsiteX4-39" fmla="*/ 12778 w 1257910"/>
                <a:gd name="connsiteY4-40" fmla="*/ 43874 h 799585"/>
                <a:gd name="connsiteX5-41" fmla="*/ 26397 w 1257910"/>
                <a:gd name="connsiteY5-42" fmla="*/ 0 h 799585"/>
                <a:gd name="connsiteX0-43" fmla="*/ 1245132 w 1257910"/>
                <a:gd name="connsiteY0-44" fmla="*/ 0 h 755711"/>
                <a:gd name="connsiteX1-45" fmla="*/ 1257910 w 1257910"/>
                <a:gd name="connsiteY1-46" fmla="*/ 126756 h 755711"/>
                <a:gd name="connsiteX2-47" fmla="*/ 628955 w 1257910"/>
                <a:gd name="connsiteY2-48" fmla="*/ 755711 h 755711"/>
                <a:gd name="connsiteX3-49" fmla="*/ 0 w 1257910"/>
                <a:gd name="connsiteY3-50" fmla="*/ 126756 h 755711"/>
                <a:gd name="connsiteX4-51" fmla="*/ 12778 w 1257910"/>
                <a:gd name="connsiteY4-52" fmla="*/ 0 h 755711"/>
                <a:gd name="connsiteX0-53" fmla="*/ 1257910 w 1257910"/>
                <a:gd name="connsiteY0-54" fmla="*/ 126756 h 755711"/>
                <a:gd name="connsiteX1-55" fmla="*/ 628955 w 1257910"/>
                <a:gd name="connsiteY1-56" fmla="*/ 755711 h 755711"/>
                <a:gd name="connsiteX2-57" fmla="*/ 0 w 1257910"/>
                <a:gd name="connsiteY2-58" fmla="*/ 126756 h 755711"/>
                <a:gd name="connsiteX3-59" fmla="*/ 12778 w 1257910"/>
                <a:gd name="connsiteY3-60" fmla="*/ 0 h 755711"/>
                <a:gd name="connsiteX0-61" fmla="*/ 1257910 w 1257910"/>
                <a:gd name="connsiteY0-62" fmla="*/ 0 h 628955"/>
                <a:gd name="connsiteX1-63" fmla="*/ 628955 w 1257910"/>
                <a:gd name="connsiteY1-64" fmla="*/ 628955 h 628955"/>
                <a:gd name="connsiteX2-65" fmla="*/ 0 w 1257910"/>
                <a:gd name="connsiteY2-66" fmla="*/ 0 h 62895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257910" h="628955">
                  <a:moveTo>
                    <a:pt x="1257910" y="0"/>
                  </a:moveTo>
                  <a:cubicBezTo>
                    <a:pt x="1257910" y="347362"/>
                    <a:pt x="976317" y="628955"/>
                    <a:pt x="628955" y="628955"/>
                  </a:cubicBezTo>
                  <a:cubicBezTo>
                    <a:pt x="281593" y="628955"/>
                    <a:pt x="0" y="347362"/>
                    <a:pt x="0" y="0"/>
                  </a:cubicBezTo>
                </a:path>
              </a:pathLst>
            </a:custGeom>
            <a:noFill/>
            <a:ln>
              <a:solidFill>
                <a:schemeClr val="accent5">
                  <a:alpha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方正宝黑体 简 Medium" panose="02010600010101010101" charset="-122"/>
                <a:ea typeface="方正宝黑体 简 Medium" panose="02010600010101010101" charset="-122"/>
                <a:cs typeface="+mn-cs"/>
                <a:sym typeface="方正宝黑体 简 Medium" panose="02010600010101010101" charset="-122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方正宝黑体 简 Medium" panose="02010600010101010101" charset="-122"/>
                <a:ea typeface="方正宝黑体 简 Medium" panose="02010600010101010101" charset="-122"/>
                <a:cs typeface="+mn-cs"/>
                <a:sym typeface="方正宝黑体 简 Medium" panose="02010600010101010101" charset="-122"/>
              </a:endParaRPr>
            </a:p>
          </p:txBody>
        </p:sp>
        <p:sp>
          <p:nvSpPr>
            <p:cNvPr id="38" name="任意多边形: 形状 37"/>
            <p:cNvSpPr/>
            <p:nvPr>
              <p:custDataLst>
                <p:tags r:id="rId12"/>
              </p:custDataLst>
            </p:nvPr>
          </p:nvSpPr>
          <p:spPr>
            <a:xfrm>
              <a:off x="3089660" y="0"/>
              <a:ext cx="2728840" cy="1364420"/>
            </a:xfrm>
            <a:custGeom>
              <a:avLst/>
              <a:gdLst>
                <a:gd name="connsiteX0" fmla="*/ 26397 w 1257910"/>
                <a:gd name="connsiteY0" fmla="*/ 0 h 799585"/>
                <a:gd name="connsiteX1" fmla="*/ 1231513 w 1257910"/>
                <a:gd name="connsiteY1" fmla="*/ 0 h 799585"/>
                <a:gd name="connsiteX2" fmla="*/ 1245132 w 1257910"/>
                <a:gd name="connsiteY2" fmla="*/ 43874 h 799585"/>
                <a:gd name="connsiteX3" fmla="*/ 1257910 w 1257910"/>
                <a:gd name="connsiteY3" fmla="*/ 170630 h 799585"/>
                <a:gd name="connsiteX4" fmla="*/ 628955 w 1257910"/>
                <a:gd name="connsiteY4" fmla="*/ 799585 h 799585"/>
                <a:gd name="connsiteX5" fmla="*/ 0 w 1257910"/>
                <a:gd name="connsiteY5" fmla="*/ 170630 h 799585"/>
                <a:gd name="connsiteX6" fmla="*/ 12778 w 1257910"/>
                <a:gd name="connsiteY6" fmla="*/ 43874 h 799585"/>
                <a:gd name="connsiteX7" fmla="*/ 26397 w 1257910"/>
                <a:gd name="connsiteY7" fmla="*/ 0 h 799585"/>
                <a:gd name="connsiteX0-1" fmla="*/ 1231513 w 1322953"/>
                <a:gd name="connsiteY0-2" fmla="*/ 0 h 799585"/>
                <a:gd name="connsiteX1-3" fmla="*/ 1245132 w 1322953"/>
                <a:gd name="connsiteY1-4" fmla="*/ 43874 h 799585"/>
                <a:gd name="connsiteX2-5" fmla="*/ 1257910 w 1322953"/>
                <a:gd name="connsiteY2-6" fmla="*/ 170630 h 799585"/>
                <a:gd name="connsiteX3-7" fmla="*/ 628955 w 1322953"/>
                <a:gd name="connsiteY3-8" fmla="*/ 799585 h 799585"/>
                <a:gd name="connsiteX4-9" fmla="*/ 0 w 1322953"/>
                <a:gd name="connsiteY4-10" fmla="*/ 170630 h 799585"/>
                <a:gd name="connsiteX5-11" fmla="*/ 12778 w 1322953"/>
                <a:gd name="connsiteY5-12" fmla="*/ 43874 h 799585"/>
                <a:gd name="connsiteX6-13" fmla="*/ 26397 w 1322953"/>
                <a:gd name="connsiteY6-14" fmla="*/ 0 h 799585"/>
                <a:gd name="connsiteX7-15" fmla="*/ 1322953 w 1322953"/>
                <a:gd name="connsiteY7-16" fmla="*/ 91440 h 799585"/>
                <a:gd name="connsiteX0-17" fmla="*/ 1231513 w 1257910"/>
                <a:gd name="connsiteY0-18" fmla="*/ 0 h 799585"/>
                <a:gd name="connsiteX1-19" fmla="*/ 1245132 w 1257910"/>
                <a:gd name="connsiteY1-20" fmla="*/ 43874 h 799585"/>
                <a:gd name="connsiteX2-21" fmla="*/ 1257910 w 1257910"/>
                <a:gd name="connsiteY2-22" fmla="*/ 170630 h 799585"/>
                <a:gd name="connsiteX3-23" fmla="*/ 628955 w 1257910"/>
                <a:gd name="connsiteY3-24" fmla="*/ 799585 h 799585"/>
                <a:gd name="connsiteX4-25" fmla="*/ 0 w 1257910"/>
                <a:gd name="connsiteY4-26" fmla="*/ 170630 h 799585"/>
                <a:gd name="connsiteX5-27" fmla="*/ 12778 w 1257910"/>
                <a:gd name="connsiteY5-28" fmla="*/ 43874 h 799585"/>
                <a:gd name="connsiteX6-29" fmla="*/ 26397 w 1257910"/>
                <a:gd name="connsiteY6-30" fmla="*/ 0 h 799585"/>
                <a:gd name="connsiteX0-31" fmla="*/ 1245132 w 1257910"/>
                <a:gd name="connsiteY0-32" fmla="*/ 43874 h 799585"/>
                <a:gd name="connsiteX1-33" fmla="*/ 1257910 w 1257910"/>
                <a:gd name="connsiteY1-34" fmla="*/ 170630 h 799585"/>
                <a:gd name="connsiteX2-35" fmla="*/ 628955 w 1257910"/>
                <a:gd name="connsiteY2-36" fmla="*/ 799585 h 799585"/>
                <a:gd name="connsiteX3-37" fmla="*/ 0 w 1257910"/>
                <a:gd name="connsiteY3-38" fmla="*/ 170630 h 799585"/>
                <a:gd name="connsiteX4-39" fmla="*/ 12778 w 1257910"/>
                <a:gd name="connsiteY4-40" fmla="*/ 43874 h 799585"/>
                <a:gd name="connsiteX5-41" fmla="*/ 26397 w 1257910"/>
                <a:gd name="connsiteY5-42" fmla="*/ 0 h 799585"/>
                <a:gd name="connsiteX0-43" fmla="*/ 1245132 w 1257910"/>
                <a:gd name="connsiteY0-44" fmla="*/ 0 h 755711"/>
                <a:gd name="connsiteX1-45" fmla="*/ 1257910 w 1257910"/>
                <a:gd name="connsiteY1-46" fmla="*/ 126756 h 755711"/>
                <a:gd name="connsiteX2-47" fmla="*/ 628955 w 1257910"/>
                <a:gd name="connsiteY2-48" fmla="*/ 755711 h 755711"/>
                <a:gd name="connsiteX3-49" fmla="*/ 0 w 1257910"/>
                <a:gd name="connsiteY3-50" fmla="*/ 126756 h 755711"/>
                <a:gd name="connsiteX4-51" fmla="*/ 12778 w 1257910"/>
                <a:gd name="connsiteY4-52" fmla="*/ 0 h 755711"/>
                <a:gd name="connsiteX0-53" fmla="*/ 1257910 w 1257910"/>
                <a:gd name="connsiteY0-54" fmla="*/ 126756 h 755711"/>
                <a:gd name="connsiteX1-55" fmla="*/ 628955 w 1257910"/>
                <a:gd name="connsiteY1-56" fmla="*/ 755711 h 755711"/>
                <a:gd name="connsiteX2-57" fmla="*/ 0 w 1257910"/>
                <a:gd name="connsiteY2-58" fmla="*/ 126756 h 755711"/>
                <a:gd name="connsiteX3-59" fmla="*/ 12778 w 1257910"/>
                <a:gd name="connsiteY3-60" fmla="*/ 0 h 755711"/>
                <a:gd name="connsiteX0-61" fmla="*/ 1257910 w 1257910"/>
                <a:gd name="connsiteY0-62" fmla="*/ 0 h 628955"/>
                <a:gd name="connsiteX1-63" fmla="*/ 628955 w 1257910"/>
                <a:gd name="connsiteY1-64" fmla="*/ 628955 h 628955"/>
                <a:gd name="connsiteX2-65" fmla="*/ 0 w 1257910"/>
                <a:gd name="connsiteY2-66" fmla="*/ 0 h 62895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257910" h="628955">
                  <a:moveTo>
                    <a:pt x="1257910" y="0"/>
                  </a:moveTo>
                  <a:cubicBezTo>
                    <a:pt x="1257910" y="347362"/>
                    <a:pt x="976317" y="628955"/>
                    <a:pt x="628955" y="628955"/>
                  </a:cubicBezTo>
                  <a:cubicBezTo>
                    <a:pt x="281593" y="628955"/>
                    <a:pt x="0" y="347362"/>
                    <a:pt x="0" y="0"/>
                  </a:cubicBezTo>
                </a:path>
              </a:pathLst>
            </a:custGeom>
            <a:noFill/>
            <a:ln>
              <a:solidFill>
                <a:schemeClr val="accent5">
                  <a:alpha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方正宝黑体 简 Medium" panose="02010600010101010101" charset="-122"/>
                <a:ea typeface="方正宝黑体 简 Medium" panose="02010600010101010101" charset="-122"/>
                <a:cs typeface="+mn-cs"/>
                <a:sym typeface="方正宝黑体 简 Medium" panose="02010600010101010101" charset="-122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方正宝黑体 简 Medium" panose="02010600010101010101" charset="-122"/>
                <a:ea typeface="方正宝黑体 简 Medium" panose="02010600010101010101" charset="-122"/>
                <a:cs typeface="+mn-cs"/>
                <a:sym typeface="方正宝黑体 简 Medium" panose="02010600010101010101" charset="-122"/>
              </a:endParaRPr>
            </a:p>
          </p:txBody>
        </p:sp>
      </p:grpSp>
      <p:sp>
        <p:nvSpPr>
          <p:cNvPr id="9226" name="任意多边形: 形状 31" descr="波浪1资源 1"/>
          <p:cNvSpPr/>
          <p:nvPr userDrawn="1">
            <p:custDataLst>
              <p:tags r:id="rId13"/>
            </p:custDataLst>
          </p:nvPr>
        </p:nvSpPr>
        <p:spPr>
          <a:xfrm>
            <a:off x="9172575" y="2862263"/>
            <a:ext cx="3019425" cy="3994150"/>
          </a:xfrm>
          <a:custGeom>
            <a:avLst/>
            <a:gdLst/>
            <a:ahLst/>
            <a:cxnLst>
              <a:cxn ang="0">
                <a:pos x="3019425" y="0"/>
              </a:cxn>
              <a:cxn ang="0">
                <a:pos x="3019425" y="3993396"/>
              </a:cxn>
              <a:cxn ang="0">
                <a:pos x="0" y="3993396"/>
              </a:cxn>
              <a:cxn ang="0">
                <a:pos x="0" y="3117146"/>
              </a:cxn>
              <a:cxn ang="0">
                <a:pos x="460299" y="2656847"/>
              </a:cxn>
              <a:cxn ang="0">
                <a:pos x="876250" y="2656847"/>
              </a:cxn>
              <a:cxn ang="0">
                <a:pos x="1336549" y="2196783"/>
              </a:cxn>
              <a:cxn ang="0">
                <a:pos x="1336549" y="2196666"/>
              </a:cxn>
              <a:cxn ang="0">
                <a:pos x="1336549" y="1780714"/>
              </a:cxn>
              <a:cxn ang="0">
                <a:pos x="1796731" y="1320415"/>
              </a:cxn>
              <a:cxn ang="0">
                <a:pos x="2212800" y="1320415"/>
              </a:cxn>
              <a:cxn ang="0">
                <a:pos x="2672981" y="860234"/>
              </a:cxn>
              <a:cxn ang="0">
                <a:pos x="2672981" y="860116"/>
              </a:cxn>
              <a:cxn ang="0">
                <a:pos x="2672981" y="444400"/>
              </a:cxn>
              <a:cxn ang="0">
                <a:pos x="2954111" y="20274"/>
              </a:cxn>
              <a:cxn ang="0">
                <a:pos x="3019425" y="0"/>
              </a:cxn>
            </a:cxnLst>
            <a:pathLst>
              <a:path w="3019425" h="3993396">
                <a:moveTo>
                  <a:pt x="3019425" y="0"/>
                </a:moveTo>
                <a:lnTo>
                  <a:pt x="3019425" y="3993396"/>
                </a:lnTo>
                <a:lnTo>
                  <a:pt x="0" y="3993396"/>
                </a:lnTo>
                <a:lnTo>
                  <a:pt x="0" y="3117146"/>
                </a:lnTo>
                <a:cubicBezTo>
                  <a:pt x="0" y="2862930"/>
                  <a:pt x="206083" y="2656847"/>
                  <a:pt x="460299" y="2656847"/>
                </a:cubicBezTo>
                <a:lnTo>
                  <a:pt x="876250" y="2656847"/>
                </a:lnTo>
                <a:cubicBezTo>
                  <a:pt x="1130402" y="2656912"/>
                  <a:pt x="1336484" y="2450934"/>
                  <a:pt x="1336549" y="2196783"/>
                </a:cubicBezTo>
                <a:cubicBezTo>
                  <a:pt x="1336549" y="2196744"/>
                  <a:pt x="1336549" y="2196705"/>
                  <a:pt x="1336549" y="2196666"/>
                </a:cubicBezTo>
                <a:lnTo>
                  <a:pt x="1336549" y="1780714"/>
                </a:lnTo>
                <a:cubicBezTo>
                  <a:pt x="1336549" y="1526544"/>
                  <a:pt x="1542561" y="1320480"/>
                  <a:pt x="1796731" y="1320415"/>
                </a:cubicBezTo>
                <a:lnTo>
                  <a:pt x="2212800" y="1320415"/>
                </a:lnTo>
                <a:cubicBezTo>
                  <a:pt x="2466951" y="1320415"/>
                  <a:pt x="2672981" y="1114385"/>
                  <a:pt x="2672981" y="860234"/>
                </a:cubicBezTo>
                <a:cubicBezTo>
                  <a:pt x="2672981" y="860195"/>
                  <a:pt x="2672981" y="860155"/>
                  <a:pt x="2672981" y="860116"/>
                </a:cubicBezTo>
                <a:lnTo>
                  <a:pt x="2672981" y="444400"/>
                </a:lnTo>
                <a:cubicBezTo>
                  <a:pt x="2672981" y="253738"/>
                  <a:pt x="2788903" y="90151"/>
                  <a:pt x="2954111" y="20274"/>
                </a:cubicBezTo>
                <a:lnTo>
                  <a:pt x="3019425" y="0"/>
                </a:lnTo>
                <a:close/>
              </a:path>
            </a:pathLst>
          </a:custGeom>
          <a:solidFill>
            <a:schemeClr val="tx2">
              <a:alpha val="100000"/>
            </a:schemeClr>
          </a:solidFill>
          <a:ln w="11760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9227" name="文本框 47"/>
          <p:cNvSpPr txBox="1"/>
          <p:nvPr>
            <p:custDataLst>
              <p:tags r:id="rId14"/>
            </p:custDataLst>
          </p:nvPr>
        </p:nvSpPr>
        <p:spPr>
          <a:xfrm>
            <a:off x="728663" y="2587625"/>
            <a:ext cx="6519862" cy="1836738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>
              <a:buNone/>
            </a:pPr>
            <a:r>
              <a:rPr lang="zh-CN" altLang="en-US" sz="4000" b="1" dirty="0">
                <a:solidFill>
                  <a:srgbClr val="526680"/>
                </a:solidFill>
                <a:latin typeface="方正宝黑体 简 Medium" panose="02010600010101010101" charset="-122"/>
                <a:sym typeface="方正宝黑体 简 Medium" panose="02010600010101010101" charset="-122"/>
              </a:rPr>
              <a:t>人事管理系统</a:t>
            </a:r>
            <a:endParaRPr lang="zh-CN" altLang="en-US" sz="4000" b="1" dirty="0">
              <a:solidFill>
                <a:srgbClr val="526680"/>
              </a:solidFill>
              <a:latin typeface="方正宝黑体 简 Medium" panose="02010600010101010101" charset="-122"/>
              <a:sym typeface="方正宝黑体 简 Medium" panose="02010600010101010101" charset="-122"/>
            </a:endParaRPr>
          </a:p>
          <a:p>
            <a:pPr eaLnBrk="1" hangingPunct="1">
              <a:buNone/>
            </a:pPr>
            <a:r>
              <a:rPr lang="zh-CN" altLang="en-US" sz="6000" b="1" dirty="0">
                <a:solidFill>
                  <a:srgbClr val="526680"/>
                </a:solidFill>
                <a:latin typeface="方正宝黑体 简 Medium" panose="02010600010101010101" charset="-122"/>
                <a:sym typeface="方正宝黑体 简 Medium" panose="02010600010101010101" charset="-122"/>
              </a:rPr>
              <a:t>员工画像功能汇报</a:t>
            </a:r>
            <a:endParaRPr lang="zh-CN" altLang="en-US" sz="6000" b="1" dirty="0">
              <a:solidFill>
                <a:srgbClr val="526680"/>
              </a:solidFill>
              <a:latin typeface="方正宝黑体 简 Medium" panose="02010600010101010101" charset="-122"/>
              <a:sym typeface="方正宝黑体 简 Medium" panose="02010600010101010101" charset="-122"/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844550" y="4564063"/>
            <a:ext cx="1933575" cy="446088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</p:txBody>
      </p:sp>
      <p:grpSp>
        <p:nvGrpSpPr>
          <p:cNvPr id="4" name="组合 3"/>
          <p:cNvGrpSpPr/>
          <p:nvPr>
            <p:custDataLst>
              <p:tags r:id="rId15"/>
            </p:custDataLst>
          </p:nvPr>
        </p:nvGrpSpPr>
        <p:grpSpPr>
          <a:xfrm rot="5400000">
            <a:off x="1230948" y="5691505"/>
            <a:ext cx="328295" cy="850899"/>
            <a:chOff x="8651" y="7205"/>
            <a:chExt cx="807" cy="2089"/>
          </a:xfrm>
          <a:solidFill>
            <a:schemeClr val="accent5"/>
          </a:solidFill>
        </p:grpSpPr>
        <p:grpSp>
          <p:nvGrpSpPr>
            <p:cNvPr id="5" name="组合 4"/>
            <p:cNvGrpSpPr/>
            <p:nvPr/>
          </p:nvGrpSpPr>
          <p:grpSpPr>
            <a:xfrm>
              <a:off x="8651" y="9115"/>
              <a:ext cx="806" cy="179"/>
              <a:chOff x="8651" y="9544"/>
              <a:chExt cx="806" cy="179"/>
            </a:xfrm>
            <a:grpFill/>
          </p:grpSpPr>
          <p:sp>
            <p:nvSpPr>
              <p:cNvPr id="6" name="椭圆 5"/>
              <p:cNvSpPr>
                <a:spLocks noChangeAspect="1"/>
              </p:cNvSpPr>
              <p:nvPr/>
            </p:nvSpPr>
            <p:spPr>
              <a:xfrm rot="5400000" flipH="1">
                <a:off x="9278" y="9544"/>
                <a:ext cx="179" cy="17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cs"/>
                  <a:sym typeface="方正宝黑体 简 Medium" panose="02010600010101010101" charset="-122"/>
                </a:endParaRPr>
              </a:p>
            </p:txBody>
          </p:sp>
          <p:sp>
            <p:nvSpPr>
              <p:cNvPr id="8" name="椭圆 7"/>
              <p:cNvSpPr>
                <a:spLocks noChangeAspect="1"/>
              </p:cNvSpPr>
              <p:nvPr/>
            </p:nvSpPr>
            <p:spPr>
              <a:xfrm rot="5400000" flipH="1">
                <a:off x="8651" y="9544"/>
                <a:ext cx="179" cy="17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cs"/>
                  <a:sym typeface="方正宝黑体 简 Medium" panose="02010600010101010101" charset="-122"/>
                </a:endParaRPr>
              </a:p>
            </p:txBody>
          </p:sp>
        </p:grpSp>
        <p:grpSp>
          <p:nvGrpSpPr>
            <p:cNvPr id="10" name="组合 9"/>
            <p:cNvGrpSpPr/>
            <p:nvPr/>
          </p:nvGrpSpPr>
          <p:grpSpPr>
            <a:xfrm>
              <a:off x="8651" y="8479"/>
              <a:ext cx="807" cy="178"/>
              <a:chOff x="8651" y="8765"/>
              <a:chExt cx="807" cy="178"/>
            </a:xfrm>
            <a:grpFill/>
          </p:grpSpPr>
          <p:sp>
            <p:nvSpPr>
              <p:cNvPr id="14" name="椭圆 13"/>
              <p:cNvSpPr>
                <a:spLocks noChangeAspect="1"/>
              </p:cNvSpPr>
              <p:nvPr/>
            </p:nvSpPr>
            <p:spPr>
              <a:xfrm rot="5400000" flipH="1">
                <a:off x="9279" y="8764"/>
                <a:ext cx="178" cy="17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cs"/>
                  <a:sym typeface="方正宝黑体 简 Medium" panose="02010600010101010101" charset="-122"/>
                </a:endParaRPr>
              </a:p>
            </p:txBody>
          </p:sp>
          <p:sp>
            <p:nvSpPr>
              <p:cNvPr id="18" name="椭圆 17"/>
              <p:cNvSpPr>
                <a:spLocks noChangeAspect="1"/>
              </p:cNvSpPr>
              <p:nvPr/>
            </p:nvSpPr>
            <p:spPr>
              <a:xfrm rot="5400000" flipH="1">
                <a:off x="8651" y="8764"/>
                <a:ext cx="178" cy="17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cs"/>
                  <a:sym typeface="方正宝黑体 简 Medium" panose="02010600010101010101" charset="-122"/>
                </a:endParaRPr>
              </a:p>
            </p:txBody>
          </p:sp>
        </p:grpSp>
        <p:grpSp>
          <p:nvGrpSpPr>
            <p:cNvPr id="20" name="组合 19"/>
            <p:cNvGrpSpPr/>
            <p:nvPr/>
          </p:nvGrpSpPr>
          <p:grpSpPr>
            <a:xfrm>
              <a:off x="8651" y="7842"/>
              <a:ext cx="807" cy="178"/>
              <a:chOff x="8651" y="7985"/>
              <a:chExt cx="807" cy="178"/>
            </a:xfrm>
            <a:grpFill/>
          </p:grpSpPr>
          <p:sp>
            <p:nvSpPr>
              <p:cNvPr id="24" name="椭圆 23"/>
              <p:cNvSpPr>
                <a:spLocks noChangeAspect="1"/>
              </p:cNvSpPr>
              <p:nvPr/>
            </p:nvSpPr>
            <p:spPr>
              <a:xfrm rot="5400000" flipH="1">
                <a:off x="9279" y="7984"/>
                <a:ext cx="178" cy="17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cs"/>
                  <a:sym typeface="方正宝黑体 简 Medium" panose="02010600010101010101" charset="-122"/>
                </a:endParaRPr>
              </a:p>
            </p:txBody>
          </p:sp>
          <p:sp>
            <p:nvSpPr>
              <p:cNvPr id="39" name="椭圆 38"/>
              <p:cNvSpPr>
                <a:spLocks noChangeAspect="1"/>
              </p:cNvSpPr>
              <p:nvPr/>
            </p:nvSpPr>
            <p:spPr>
              <a:xfrm rot="5400000" flipH="1">
                <a:off x="8651" y="7984"/>
                <a:ext cx="178" cy="17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cs"/>
                  <a:sym typeface="方正宝黑体 简 Medium" panose="02010600010101010101" charset="-122"/>
                </a:endParaRPr>
              </a:p>
            </p:txBody>
          </p:sp>
        </p:grpSp>
        <p:grpSp>
          <p:nvGrpSpPr>
            <p:cNvPr id="40" name="组合 39"/>
            <p:cNvGrpSpPr/>
            <p:nvPr/>
          </p:nvGrpSpPr>
          <p:grpSpPr>
            <a:xfrm>
              <a:off x="8651" y="7205"/>
              <a:ext cx="807" cy="178"/>
              <a:chOff x="8651" y="7205"/>
              <a:chExt cx="807" cy="178"/>
            </a:xfrm>
            <a:grpFill/>
          </p:grpSpPr>
          <p:sp>
            <p:nvSpPr>
              <p:cNvPr id="41" name="椭圆 40"/>
              <p:cNvSpPr>
                <a:spLocks noChangeAspect="1"/>
              </p:cNvSpPr>
              <p:nvPr/>
            </p:nvSpPr>
            <p:spPr>
              <a:xfrm rot="5400000" flipH="1">
                <a:off x="9279" y="7204"/>
                <a:ext cx="178" cy="17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cs"/>
                  <a:sym typeface="方正宝黑体 简 Medium" panose="02010600010101010101" charset="-122"/>
                </a:endParaRPr>
              </a:p>
            </p:txBody>
          </p:sp>
          <p:sp>
            <p:nvSpPr>
              <p:cNvPr id="42" name="椭圆 41"/>
              <p:cNvSpPr>
                <a:spLocks noChangeAspect="1"/>
              </p:cNvSpPr>
              <p:nvPr/>
            </p:nvSpPr>
            <p:spPr>
              <a:xfrm rot="5400000" flipH="1">
                <a:off x="8651" y="7204"/>
                <a:ext cx="178" cy="17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cs"/>
                  <a:sym typeface="方正宝黑体 简 Medium" panose="02010600010101010101" charset="-122"/>
                </a:endParaRPr>
              </a:p>
            </p:txBody>
          </p:sp>
        </p:grpSp>
      </p:grpSp>
    </p:spTree>
    <p:custDataLst>
      <p:tags r:id="rId16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1266" name="组合 43"/>
          <p:cNvGrpSpPr/>
          <p:nvPr/>
        </p:nvGrpSpPr>
        <p:grpSpPr>
          <a:xfrm>
            <a:off x="1119188" y="2673350"/>
            <a:ext cx="3757612" cy="971550"/>
            <a:chOff x="1424305" y="2943394"/>
            <a:chExt cx="3757296" cy="971212"/>
          </a:xfrm>
        </p:grpSpPr>
        <p:sp>
          <p:nvSpPr>
            <p:cNvPr id="45" name="矩形: 圆角 6"/>
            <p:cNvSpPr/>
            <p:nvPr>
              <p:custDataLst>
                <p:tags r:id="rId1"/>
              </p:custDataLst>
            </p:nvPr>
          </p:nvSpPr>
          <p:spPr>
            <a:xfrm>
              <a:off x="1424305" y="2943394"/>
              <a:ext cx="3757296" cy="971212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宝黑体 简 Medium" panose="02010600010101010101" charset="-122"/>
                <a:ea typeface="方正宝黑体 简 Medium" panose="02010600010101010101" charset="-122"/>
                <a:cs typeface="+mn-cs"/>
                <a:sym typeface="方正宝黑体 简 Medium" panose="02010600010101010101" charset="-122"/>
              </a:endParaRPr>
            </a:p>
          </p:txBody>
        </p:sp>
        <p:sp>
          <p:nvSpPr>
            <p:cNvPr id="11276" name="文本框 45"/>
            <p:cNvSpPr txBox="1"/>
            <p:nvPr>
              <p:custDataLst>
                <p:tags r:id="rId2"/>
              </p:custDataLst>
            </p:nvPr>
          </p:nvSpPr>
          <p:spPr>
            <a:xfrm>
              <a:off x="2649799" y="3213747"/>
              <a:ext cx="2231380" cy="43053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p>
              <a:pPr eaLnBrk="1" hangingPunct="1">
                <a:buNone/>
              </a:pPr>
              <a:r>
                <a:rPr lang="zh-CN" altLang="en-US" sz="2800" dirty="0">
                  <a:solidFill>
                    <a:schemeClr val="accent1"/>
                  </a:solidFill>
                  <a:latin typeface="方正宝黑体 简 Medium" panose="02010600010101010101" charset="-122"/>
                  <a:sym typeface="方正宝黑体 简 Medium" panose="02010600010101010101" charset="-122"/>
                </a:rPr>
                <a:t>功能改动</a:t>
              </a:r>
              <a:endParaRPr lang="zh-CN" altLang="en-US" sz="2800" dirty="0">
                <a:solidFill>
                  <a:schemeClr val="accent1"/>
                </a:solidFill>
                <a:latin typeface="方正宝黑体 简 Medium" panose="02010600010101010101" charset="-122"/>
                <a:sym typeface="方正宝黑体 简 Medium" panose="02010600010101010101" charset="-122"/>
              </a:endParaRPr>
            </a:p>
          </p:txBody>
        </p:sp>
        <p:sp>
          <p:nvSpPr>
            <p:cNvPr id="50" name="文本框 49"/>
            <p:cNvSpPr txBox="1"/>
            <p:nvPr>
              <p:custDataLst>
                <p:tags r:id="rId3"/>
              </p:custDataLst>
            </p:nvPr>
          </p:nvSpPr>
          <p:spPr>
            <a:xfrm>
              <a:off x="1763766" y="3013501"/>
              <a:ext cx="788677" cy="83099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R="0" defTabSz="914400" eaLnBrk="1" fontAlgn="auto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5400" kern="1200" cap="none" spc="0" normalizeH="0" baseline="0" noProof="0" dirty="0">
                  <a:solidFill>
                    <a:schemeClr val="accent1">
                      <a:lumMod val="100000"/>
                    </a:schemeClr>
                  </a:solidFill>
                  <a:latin typeface="方正宝黑体 简 Medium" panose="02010600010101010101" charset="-122"/>
                  <a:ea typeface="方正宝黑体 简 Medium" panose="02010600010101010101" charset="-122"/>
                  <a:cs typeface="+mn-cs"/>
                  <a:sym typeface="方正宝黑体 简 Medium" panose="02010600010101010101" charset="-122"/>
                </a:rPr>
                <a:t>01</a:t>
              </a:r>
              <a:endParaRPr kumimoji="0" lang="zh-CN" altLang="en-US" sz="5400" kern="1200" cap="none" spc="0" normalizeH="0" baseline="0" noProof="0" dirty="0">
                <a:solidFill>
                  <a:schemeClr val="accent1">
                    <a:lumMod val="100000"/>
                  </a:schemeClr>
                </a:solidFill>
                <a:latin typeface="方正宝黑体 简 Medium" panose="02010600010101010101" charset="-122"/>
                <a:ea typeface="方正宝黑体 简 Medium" panose="02010600010101010101" charset="-122"/>
                <a:cs typeface="+mn-cs"/>
                <a:sym typeface="方正宝黑体 简 Medium" panose="02010600010101010101" charset="-122"/>
              </a:endParaRPr>
            </a:p>
          </p:txBody>
        </p:sp>
      </p:grpSp>
      <p:grpSp>
        <p:nvGrpSpPr>
          <p:cNvPr id="11267" name="组合 72"/>
          <p:cNvGrpSpPr/>
          <p:nvPr/>
        </p:nvGrpSpPr>
        <p:grpSpPr>
          <a:xfrm>
            <a:off x="5491163" y="2673350"/>
            <a:ext cx="3757612" cy="971550"/>
            <a:chOff x="1424305" y="2943394"/>
            <a:chExt cx="3757296" cy="971212"/>
          </a:xfrm>
        </p:grpSpPr>
        <p:sp>
          <p:nvSpPr>
            <p:cNvPr id="74" name="矩形: 圆角 73"/>
            <p:cNvSpPr/>
            <p:nvPr>
              <p:custDataLst>
                <p:tags r:id="rId4"/>
              </p:custDataLst>
            </p:nvPr>
          </p:nvSpPr>
          <p:spPr>
            <a:xfrm>
              <a:off x="1424305" y="2943394"/>
              <a:ext cx="3757296" cy="971212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宝黑体 简 Medium" panose="02010600010101010101" charset="-122"/>
                <a:ea typeface="方正宝黑体 简 Medium" panose="02010600010101010101" charset="-122"/>
                <a:cs typeface="+mn-cs"/>
                <a:sym typeface="方正宝黑体 简 Medium" panose="02010600010101010101" charset="-122"/>
              </a:endParaRPr>
            </a:p>
          </p:txBody>
        </p:sp>
        <p:sp>
          <p:nvSpPr>
            <p:cNvPr id="11273" name="文本框 74"/>
            <p:cNvSpPr txBox="1"/>
            <p:nvPr>
              <p:custDataLst>
                <p:tags r:id="rId5"/>
              </p:custDataLst>
            </p:nvPr>
          </p:nvSpPr>
          <p:spPr>
            <a:xfrm>
              <a:off x="2649799" y="3213747"/>
              <a:ext cx="2231380" cy="43053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p>
              <a:pPr eaLnBrk="1" hangingPunct="1">
                <a:buNone/>
              </a:pPr>
              <a:r>
                <a:rPr lang="zh-CN" altLang="en-US" sz="2800" dirty="0">
                  <a:solidFill>
                    <a:schemeClr val="accent1"/>
                  </a:solidFill>
                  <a:latin typeface="方正宝黑体 简 Medium" panose="02010600010101010101" charset="-122"/>
                  <a:sym typeface="方正宝黑体 简 Medium" panose="02010600010101010101" charset="-122"/>
                </a:rPr>
                <a:t>底层逻辑</a:t>
              </a:r>
              <a:endParaRPr lang="zh-CN" altLang="en-US" sz="2800" dirty="0">
                <a:solidFill>
                  <a:schemeClr val="accent1"/>
                </a:solidFill>
                <a:latin typeface="方正宝黑体 简 Medium" panose="02010600010101010101" charset="-122"/>
                <a:sym typeface="方正宝黑体 简 Medium" panose="02010600010101010101" charset="-122"/>
              </a:endParaRPr>
            </a:p>
          </p:txBody>
        </p:sp>
        <p:sp>
          <p:nvSpPr>
            <p:cNvPr id="77" name="文本框 76"/>
            <p:cNvSpPr txBox="1"/>
            <p:nvPr>
              <p:custDataLst>
                <p:tags r:id="rId6"/>
              </p:custDataLst>
            </p:nvPr>
          </p:nvSpPr>
          <p:spPr>
            <a:xfrm>
              <a:off x="1763766" y="3013501"/>
              <a:ext cx="788677" cy="83099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R="0" defTabSz="914400" eaLnBrk="1" fontAlgn="auto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5400" kern="1200" cap="none" spc="0" normalizeH="0" baseline="0" noProof="0" dirty="0">
                  <a:solidFill>
                    <a:schemeClr val="accent1">
                      <a:lumMod val="100000"/>
                    </a:schemeClr>
                  </a:solidFill>
                  <a:latin typeface="方正宝黑体 简 Medium" panose="02010600010101010101" charset="-122"/>
                  <a:ea typeface="方正宝黑体 简 Medium" panose="02010600010101010101" charset="-122"/>
                  <a:cs typeface="+mn-cs"/>
                  <a:sym typeface="方正宝黑体 简 Medium" panose="02010600010101010101" charset="-122"/>
                </a:rPr>
                <a:t>02</a:t>
              </a:r>
              <a:endParaRPr kumimoji="0" lang="zh-CN" altLang="en-US" sz="5400" kern="1200" cap="none" spc="0" normalizeH="0" baseline="0" noProof="0" dirty="0">
                <a:solidFill>
                  <a:schemeClr val="accent1">
                    <a:lumMod val="100000"/>
                  </a:schemeClr>
                </a:solidFill>
                <a:latin typeface="方正宝黑体 简 Medium" panose="02010600010101010101" charset="-122"/>
                <a:ea typeface="方正宝黑体 简 Medium" panose="02010600010101010101" charset="-122"/>
                <a:cs typeface="+mn-cs"/>
                <a:sym typeface="方正宝黑体 简 Medium" panose="02010600010101010101" charset="-122"/>
              </a:endParaRPr>
            </a:p>
          </p:txBody>
        </p:sp>
      </p:grpSp>
      <p:grpSp>
        <p:nvGrpSpPr>
          <p:cNvPr id="11268" name="组合 77"/>
          <p:cNvGrpSpPr/>
          <p:nvPr/>
        </p:nvGrpSpPr>
        <p:grpSpPr>
          <a:xfrm>
            <a:off x="1119188" y="4249738"/>
            <a:ext cx="5337175" cy="971550"/>
            <a:chOff x="1424305" y="2943394"/>
            <a:chExt cx="5336726" cy="971212"/>
          </a:xfrm>
        </p:grpSpPr>
        <p:sp>
          <p:nvSpPr>
            <p:cNvPr id="79" name="矩形: 圆角 78"/>
            <p:cNvSpPr/>
            <p:nvPr>
              <p:custDataLst>
                <p:tags r:id="rId7"/>
              </p:custDataLst>
            </p:nvPr>
          </p:nvSpPr>
          <p:spPr>
            <a:xfrm>
              <a:off x="1424305" y="2943394"/>
              <a:ext cx="5104336" cy="971212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宝黑体 简 Medium" panose="02010600010101010101" charset="-122"/>
                <a:ea typeface="方正宝黑体 简 Medium" panose="02010600010101010101" charset="-122"/>
                <a:cs typeface="+mn-cs"/>
                <a:sym typeface="方正宝黑体 简 Medium" panose="02010600010101010101" charset="-122"/>
              </a:endParaRPr>
            </a:p>
          </p:txBody>
        </p:sp>
        <p:sp>
          <p:nvSpPr>
            <p:cNvPr id="11270" name="文本框 79"/>
            <p:cNvSpPr txBox="1"/>
            <p:nvPr>
              <p:custDataLst>
                <p:tags r:id="rId8"/>
              </p:custDataLst>
            </p:nvPr>
          </p:nvSpPr>
          <p:spPr>
            <a:xfrm>
              <a:off x="2649752" y="3213810"/>
              <a:ext cx="4111279" cy="43038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>
              <a:spAutoFit/>
            </a:bodyPr>
            <a:p>
              <a:pPr eaLnBrk="1" hangingPunct="1">
                <a:buNone/>
              </a:pPr>
              <a:r>
                <a:rPr lang="zh-CN" altLang="en-US" sz="2800" dirty="0">
                  <a:solidFill>
                    <a:schemeClr val="accent1"/>
                  </a:solidFill>
                  <a:latin typeface="方正宝黑体 简 Medium" panose="02010600010101010101" charset="-122"/>
                  <a:sym typeface="方正宝黑体 简 Medium" panose="02010600010101010101" charset="-122"/>
                </a:rPr>
                <a:t>问题与解决方案</a:t>
              </a:r>
              <a:endParaRPr lang="en-US" altLang="zh-CN" sz="2800" dirty="0">
                <a:solidFill>
                  <a:schemeClr val="accent1"/>
                </a:solidFill>
                <a:latin typeface="方正宝黑体 简 Medium" panose="02010600010101010101" charset="-122"/>
                <a:sym typeface="方正宝黑体 简 Medium" panose="02010600010101010101" charset="-122"/>
              </a:endParaRPr>
            </a:p>
          </p:txBody>
        </p:sp>
        <p:sp>
          <p:nvSpPr>
            <p:cNvPr id="82" name="文本框 81"/>
            <p:cNvSpPr txBox="1"/>
            <p:nvPr>
              <p:custDataLst>
                <p:tags r:id="rId9"/>
              </p:custDataLst>
            </p:nvPr>
          </p:nvSpPr>
          <p:spPr>
            <a:xfrm>
              <a:off x="1763766" y="3013501"/>
              <a:ext cx="788677" cy="83099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R="0" defTabSz="914400" eaLnBrk="1" fontAlgn="auto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5400" kern="1200" cap="none" spc="0" normalizeH="0" baseline="0" noProof="0" dirty="0">
                  <a:solidFill>
                    <a:schemeClr val="accent1">
                      <a:lumMod val="100000"/>
                    </a:schemeClr>
                  </a:solidFill>
                  <a:latin typeface="方正宝黑体 简 Medium" panose="02010600010101010101" charset="-122"/>
                  <a:ea typeface="方正宝黑体 简 Medium" panose="02010600010101010101" charset="-122"/>
                  <a:cs typeface="+mn-cs"/>
                  <a:sym typeface="方正宝黑体 简 Medium" panose="02010600010101010101" charset="-122"/>
                </a:rPr>
                <a:t>03</a:t>
              </a:r>
              <a:endParaRPr kumimoji="0" lang="zh-CN" altLang="en-US" sz="5400" kern="1200" cap="none" spc="0" normalizeH="0" baseline="0" noProof="0" dirty="0">
                <a:solidFill>
                  <a:schemeClr val="accent1">
                    <a:lumMod val="100000"/>
                  </a:schemeClr>
                </a:solidFill>
                <a:latin typeface="方正宝黑体 简 Medium" panose="02010600010101010101" charset="-122"/>
                <a:ea typeface="方正宝黑体 简 Medium" panose="02010600010101010101" charset="-122"/>
                <a:cs typeface="+mn-cs"/>
                <a:sym typeface="方正宝黑体 简 Medium" panose="02010600010101010101" charset="-122"/>
              </a:endParaRPr>
            </a:p>
          </p:txBody>
        </p:sp>
      </p:grpSp>
    </p:spTree>
    <p:custDataLst>
      <p:tags r:id="rId10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27" name="直接连接符 26"/>
          <p:cNvCxnSpPr/>
          <p:nvPr>
            <p:custDataLst>
              <p:tags r:id="rId1"/>
            </p:custDataLst>
          </p:nvPr>
        </p:nvCxnSpPr>
        <p:spPr>
          <a:xfrm>
            <a:off x="5786438" y="1849438"/>
            <a:ext cx="0" cy="2417763"/>
          </a:xfrm>
          <a:prstGeom prst="line">
            <a:avLst/>
          </a:prstGeom>
          <a:ln w="25400">
            <a:solidFill>
              <a:schemeClr val="tx2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15" name="文本框 27"/>
          <p:cNvSpPr txBox="1"/>
          <p:nvPr>
            <p:custDataLst>
              <p:tags r:id="rId2"/>
            </p:custDataLst>
          </p:nvPr>
        </p:nvSpPr>
        <p:spPr>
          <a:xfrm>
            <a:off x="6208713" y="2968625"/>
            <a:ext cx="3671887" cy="11080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eaLnBrk="1" hangingPunct="1">
              <a:buNone/>
            </a:pPr>
            <a:r>
              <a:rPr lang="zh-CN" altLang="en-US" sz="7200" b="1" dirty="0">
                <a:solidFill>
                  <a:schemeClr val="tx2"/>
                </a:solidFill>
                <a:latin typeface="方正宝黑体 简 Medium" panose="02010600010101010101" charset="-122"/>
                <a:sym typeface="方正宝黑体 简 Medium" panose="02010600010101010101" charset="-122"/>
              </a:rPr>
              <a:t>功能改动</a:t>
            </a:r>
            <a:endParaRPr lang="zh-CN" altLang="en-US" sz="7200" b="1" dirty="0">
              <a:solidFill>
                <a:schemeClr val="tx2"/>
              </a:solidFill>
              <a:latin typeface="方正宝黑体 简 Medium" panose="02010600010101010101" charset="-122"/>
              <a:sym typeface="方正宝黑体 简 Medium" panose="02010600010101010101" charset="-122"/>
            </a:endParaRPr>
          </a:p>
        </p:txBody>
      </p:sp>
      <p:sp>
        <p:nvSpPr>
          <p:cNvPr id="13316" name="文本框 29"/>
          <p:cNvSpPr txBox="1"/>
          <p:nvPr>
            <p:custDataLst>
              <p:tags r:id="rId3"/>
            </p:custDataLst>
          </p:nvPr>
        </p:nvSpPr>
        <p:spPr>
          <a:xfrm>
            <a:off x="6208713" y="1679575"/>
            <a:ext cx="1117600" cy="13541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eaLnBrk="1" hangingPunct="1">
              <a:buNone/>
            </a:pPr>
            <a:r>
              <a:rPr lang="en-US" altLang="zh-CN" sz="8800" dirty="0">
                <a:solidFill>
                  <a:schemeClr val="tx2"/>
                </a:solidFill>
                <a:latin typeface="方正宝黑体 简 Medium" panose="02010600010101010101" charset="-122"/>
                <a:sym typeface="方正宝黑体 简 Medium" panose="02010600010101010101" charset="-122"/>
              </a:rPr>
              <a:t>01</a:t>
            </a:r>
            <a:endParaRPr lang="en-US" altLang="zh-CN" sz="8800" dirty="0">
              <a:solidFill>
                <a:schemeClr val="tx2"/>
              </a:solidFill>
              <a:latin typeface="方正宝黑体 简 Medium" panose="02010600010101010101" charset="-122"/>
              <a:sym typeface="方正宝黑体 简 Medium" panose="02010600010101010101" charset="-122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矩形 2"/>
          <p:cNvSpPr/>
          <p:nvPr/>
        </p:nvSpPr>
        <p:spPr>
          <a:xfrm>
            <a:off x="996950" y="1004888"/>
            <a:ext cx="3581400" cy="46037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方正宝黑体 简 Medium" panose="02010600010101010101" charset="-122"/>
                <a:ea typeface="方正宝黑体 简 Medium" panose="02010600010101010101" charset="-122"/>
                <a:cs typeface="+mn-cs"/>
                <a:sym typeface="方正宝黑体 简 Medium" panose="02010600010101010101" charset="-122"/>
              </a:rPr>
              <a:t>新增部门组织结构展示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方正宝黑体 简 Medium" panose="02010600010101010101" charset="-122"/>
              <a:ea typeface="方正宝黑体 简 Medium" panose="02010600010101010101" charset="-122"/>
              <a:cs typeface="+mn-cs"/>
              <a:sym typeface="方正宝黑体 简 Medium" panose="02010600010101010101" charset="-122"/>
            </a:endParaRPr>
          </a:p>
        </p:txBody>
      </p:sp>
      <p:sp>
        <p:nvSpPr>
          <p:cNvPr id="7" name="iconfont-1014-459347"/>
          <p:cNvSpPr/>
          <p:nvPr/>
        </p:nvSpPr>
        <p:spPr>
          <a:xfrm>
            <a:off x="1212850" y="2074863"/>
            <a:ext cx="536575" cy="534988"/>
          </a:xfrm>
          <a:custGeom>
            <a:avLst/>
            <a:gdLst>
              <a:gd name="T0" fmla="*/ 11149 w 11225"/>
              <a:gd name="T1" fmla="*/ 5556 h 11201"/>
              <a:gd name="T2" fmla="*/ 8825 w 11225"/>
              <a:gd name="T3" fmla="*/ 3175 h 11201"/>
              <a:gd name="T4" fmla="*/ 7225 w 11225"/>
              <a:gd name="T5" fmla="*/ 1536 h 11201"/>
              <a:gd name="T6" fmla="*/ 5841 w 11225"/>
              <a:gd name="T7" fmla="*/ 118 h 11201"/>
              <a:gd name="T8" fmla="*/ 5816 w 11225"/>
              <a:gd name="T9" fmla="*/ 78 h 11201"/>
              <a:gd name="T10" fmla="*/ 5625 w 11225"/>
              <a:gd name="T11" fmla="*/ 2 h 11201"/>
              <a:gd name="T12" fmla="*/ 5434 w 11225"/>
              <a:gd name="T13" fmla="*/ 79 h 11201"/>
              <a:gd name="T14" fmla="*/ 5409 w 11225"/>
              <a:gd name="T15" fmla="*/ 118 h 11201"/>
              <a:gd name="T16" fmla="*/ 101 w 11225"/>
              <a:gd name="T17" fmla="*/ 5556 h 11201"/>
              <a:gd name="T18" fmla="*/ 101 w 11225"/>
              <a:gd name="T19" fmla="*/ 5933 h 11201"/>
              <a:gd name="T20" fmla="*/ 470 w 11225"/>
              <a:gd name="T21" fmla="*/ 5933 h 11201"/>
              <a:gd name="T22" fmla="*/ 1625 w 11225"/>
              <a:gd name="T23" fmla="*/ 4749 h 11201"/>
              <a:gd name="T24" fmla="*/ 1625 w 11225"/>
              <a:gd name="T25" fmla="*/ 10109 h 11201"/>
              <a:gd name="T26" fmla="*/ 2692 w 11225"/>
              <a:gd name="T27" fmla="*/ 11201 h 11201"/>
              <a:gd name="T28" fmla="*/ 4825 w 11225"/>
              <a:gd name="T29" fmla="*/ 11201 h 11201"/>
              <a:gd name="T30" fmla="*/ 4825 w 11225"/>
              <a:gd name="T31" fmla="*/ 10655 h 11201"/>
              <a:gd name="T32" fmla="*/ 4825 w 11225"/>
              <a:gd name="T33" fmla="*/ 10613 h 11201"/>
              <a:gd name="T34" fmla="*/ 4825 w 11225"/>
              <a:gd name="T35" fmla="*/ 8196 h 11201"/>
              <a:gd name="T36" fmla="*/ 6425 w 11225"/>
              <a:gd name="T37" fmla="*/ 8196 h 11201"/>
              <a:gd name="T38" fmla="*/ 6425 w 11225"/>
              <a:gd name="T39" fmla="*/ 10613 h 11201"/>
              <a:gd name="T40" fmla="*/ 6425 w 11225"/>
              <a:gd name="T41" fmla="*/ 10655 h 11201"/>
              <a:gd name="T42" fmla="*/ 6425 w 11225"/>
              <a:gd name="T43" fmla="*/ 11201 h 11201"/>
              <a:gd name="T44" fmla="*/ 8558 w 11225"/>
              <a:gd name="T45" fmla="*/ 11201 h 11201"/>
              <a:gd name="T46" fmla="*/ 9625 w 11225"/>
              <a:gd name="T47" fmla="*/ 10109 h 11201"/>
              <a:gd name="T48" fmla="*/ 9625 w 11225"/>
              <a:gd name="T49" fmla="*/ 5738 h 11201"/>
              <a:gd name="T50" fmla="*/ 9625 w 11225"/>
              <a:gd name="T51" fmla="*/ 4749 h 11201"/>
              <a:gd name="T52" fmla="*/ 10781 w 11225"/>
              <a:gd name="T53" fmla="*/ 5933 h 11201"/>
              <a:gd name="T54" fmla="*/ 11149 w 11225"/>
              <a:gd name="T55" fmla="*/ 5933 h 11201"/>
              <a:gd name="T56" fmla="*/ 11225 w 11225"/>
              <a:gd name="T57" fmla="*/ 5744 h 11201"/>
              <a:gd name="T58" fmla="*/ 11149 w 11225"/>
              <a:gd name="T59" fmla="*/ 5556 h 11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1225" h="11201">
                <a:moveTo>
                  <a:pt x="11149" y="5556"/>
                </a:moveTo>
                <a:lnTo>
                  <a:pt x="8825" y="3175"/>
                </a:lnTo>
                <a:lnTo>
                  <a:pt x="7225" y="1536"/>
                </a:lnTo>
                <a:lnTo>
                  <a:pt x="5841" y="118"/>
                </a:lnTo>
                <a:cubicBezTo>
                  <a:pt x="5832" y="105"/>
                  <a:pt x="5827" y="90"/>
                  <a:pt x="5816" y="78"/>
                </a:cubicBezTo>
                <a:cubicBezTo>
                  <a:pt x="5763" y="25"/>
                  <a:pt x="5694" y="0"/>
                  <a:pt x="5625" y="2"/>
                </a:cubicBezTo>
                <a:cubicBezTo>
                  <a:pt x="5556" y="0"/>
                  <a:pt x="5487" y="25"/>
                  <a:pt x="5434" y="79"/>
                </a:cubicBezTo>
                <a:cubicBezTo>
                  <a:pt x="5423" y="90"/>
                  <a:pt x="5418" y="105"/>
                  <a:pt x="5409" y="118"/>
                </a:cubicBezTo>
                <a:lnTo>
                  <a:pt x="101" y="5556"/>
                </a:lnTo>
                <a:cubicBezTo>
                  <a:pt x="0" y="5660"/>
                  <a:pt x="0" y="5829"/>
                  <a:pt x="101" y="5933"/>
                </a:cubicBezTo>
                <a:cubicBezTo>
                  <a:pt x="203" y="6037"/>
                  <a:pt x="368" y="6037"/>
                  <a:pt x="470" y="5933"/>
                </a:cubicBezTo>
                <a:lnTo>
                  <a:pt x="1625" y="4749"/>
                </a:lnTo>
                <a:lnTo>
                  <a:pt x="1625" y="10109"/>
                </a:lnTo>
                <a:cubicBezTo>
                  <a:pt x="1625" y="10712"/>
                  <a:pt x="2103" y="11201"/>
                  <a:pt x="2692" y="11201"/>
                </a:cubicBezTo>
                <a:lnTo>
                  <a:pt x="4825" y="11201"/>
                </a:lnTo>
                <a:lnTo>
                  <a:pt x="4825" y="10655"/>
                </a:lnTo>
                <a:lnTo>
                  <a:pt x="4825" y="10613"/>
                </a:lnTo>
                <a:lnTo>
                  <a:pt x="4825" y="8196"/>
                </a:lnTo>
                <a:lnTo>
                  <a:pt x="6425" y="8196"/>
                </a:lnTo>
                <a:lnTo>
                  <a:pt x="6425" y="10613"/>
                </a:lnTo>
                <a:lnTo>
                  <a:pt x="6425" y="10655"/>
                </a:lnTo>
                <a:lnTo>
                  <a:pt x="6425" y="11201"/>
                </a:lnTo>
                <a:lnTo>
                  <a:pt x="8558" y="11201"/>
                </a:lnTo>
                <a:cubicBezTo>
                  <a:pt x="9147" y="11201"/>
                  <a:pt x="9625" y="10712"/>
                  <a:pt x="9625" y="10109"/>
                </a:cubicBezTo>
                <a:lnTo>
                  <a:pt x="9625" y="5738"/>
                </a:lnTo>
                <a:lnTo>
                  <a:pt x="9625" y="4749"/>
                </a:lnTo>
                <a:lnTo>
                  <a:pt x="10781" y="5933"/>
                </a:lnTo>
                <a:cubicBezTo>
                  <a:pt x="10882" y="6037"/>
                  <a:pt x="11047" y="6037"/>
                  <a:pt x="11149" y="5933"/>
                </a:cubicBezTo>
                <a:cubicBezTo>
                  <a:pt x="11200" y="5881"/>
                  <a:pt x="11225" y="5813"/>
                  <a:pt x="11225" y="5744"/>
                </a:cubicBezTo>
                <a:cubicBezTo>
                  <a:pt x="11225" y="5676"/>
                  <a:pt x="11200" y="5608"/>
                  <a:pt x="11149" y="555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方正宝黑体 简 Medium" panose="02010600010101010101" charset="-122"/>
              <a:ea typeface="方正宝黑体 简 Medium" panose="02010600010101010101" charset="-122"/>
              <a:cs typeface="+mn-cs"/>
              <a:sym typeface="方正宝黑体 简 Medium" panose="02010600010101010101" charset="-122"/>
            </a:endParaRPr>
          </a:p>
        </p:txBody>
      </p:sp>
      <p:sp>
        <p:nvSpPr>
          <p:cNvPr id="17412" name="文本框 10"/>
          <p:cNvSpPr txBox="1"/>
          <p:nvPr/>
        </p:nvSpPr>
        <p:spPr>
          <a:xfrm>
            <a:off x="422275" y="273050"/>
            <a:ext cx="4767263" cy="5826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buNone/>
            </a:pPr>
            <a:r>
              <a:rPr lang="zh-CN" altLang="en-US" sz="3200" b="1" dirty="0">
                <a:solidFill>
                  <a:srgbClr val="526680"/>
                </a:solidFill>
                <a:latin typeface="方正宝黑体 简 Medium" panose="02010600010101010101" charset="-122"/>
              </a:rPr>
              <a:t>部门管理</a:t>
            </a:r>
            <a:endParaRPr lang="zh-CN" altLang="en-US" sz="3200" b="1" dirty="0">
              <a:solidFill>
                <a:srgbClr val="526680"/>
              </a:solidFill>
              <a:latin typeface="方正宝黑体 简 Medium" panose="02010600010101010101" charset="-122"/>
            </a:endParaRPr>
          </a:p>
        </p:txBody>
      </p:sp>
      <p:pic>
        <p:nvPicPr>
          <p:cNvPr id="17413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8800" y="1612900"/>
            <a:ext cx="11169650" cy="47244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矩形 2"/>
          <p:cNvSpPr/>
          <p:nvPr/>
        </p:nvSpPr>
        <p:spPr>
          <a:xfrm>
            <a:off x="1212850" y="1411288"/>
            <a:ext cx="4733925" cy="46037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方正宝黑体 简 Medium" panose="02010600010101010101" charset="-122"/>
                <a:ea typeface="方正宝黑体 简 Medium" panose="02010600010101010101" charset="-122"/>
                <a:cs typeface="+mn-cs"/>
                <a:sym typeface="方正宝黑体 简 Medium" panose="02010600010101010101" charset="-122"/>
              </a:rPr>
              <a:t>新增工作量分析与部门细节展示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方正宝黑体 简 Medium" panose="02010600010101010101" charset="-122"/>
              <a:ea typeface="方正宝黑体 简 Medium" panose="02010600010101010101" charset="-122"/>
              <a:cs typeface="+mn-cs"/>
              <a:sym typeface="方正宝黑体 简 Medium" panose="02010600010101010101" charset="-122"/>
            </a:endParaRPr>
          </a:p>
        </p:txBody>
      </p:sp>
      <p:sp>
        <p:nvSpPr>
          <p:cNvPr id="7" name="iconfont-1014-459347"/>
          <p:cNvSpPr/>
          <p:nvPr/>
        </p:nvSpPr>
        <p:spPr>
          <a:xfrm>
            <a:off x="1212850" y="2074863"/>
            <a:ext cx="536575" cy="534988"/>
          </a:xfrm>
          <a:custGeom>
            <a:avLst/>
            <a:gdLst>
              <a:gd name="T0" fmla="*/ 11149 w 11225"/>
              <a:gd name="T1" fmla="*/ 5556 h 11201"/>
              <a:gd name="T2" fmla="*/ 8825 w 11225"/>
              <a:gd name="T3" fmla="*/ 3175 h 11201"/>
              <a:gd name="T4" fmla="*/ 7225 w 11225"/>
              <a:gd name="T5" fmla="*/ 1536 h 11201"/>
              <a:gd name="T6" fmla="*/ 5841 w 11225"/>
              <a:gd name="T7" fmla="*/ 118 h 11201"/>
              <a:gd name="T8" fmla="*/ 5816 w 11225"/>
              <a:gd name="T9" fmla="*/ 78 h 11201"/>
              <a:gd name="T10" fmla="*/ 5625 w 11225"/>
              <a:gd name="T11" fmla="*/ 2 h 11201"/>
              <a:gd name="T12" fmla="*/ 5434 w 11225"/>
              <a:gd name="T13" fmla="*/ 79 h 11201"/>
              <a:gd name="T14" fmla="*/ 5409 w 11225"/>
              <a:gd name="T15" fmla="*/ 118 h 11201"/>
              <a:gd name="T16" fmla="*/ 101 w 11225"/>
              <a:gd name="T17" fmla="*/ 5556 h 11201"/>
              <a:gd name="T18" fmla="*/ 101 w 11225"/>
              <a:gd name="T19" fmla="*/ 5933 h 11201"/>
              <a:gd name="T20" fmla="*/ 470 w 11225"/>
              <a:gd name="T21" fmla="*/ 5933 h 11201"/>
              <a:gd name="T22" fmla="*/ 1625 w 11225"/>
              <a:gd name="T23" fmla="*/ 4749 h 11201"/>
              <a:gd name="T24" fmla="*/ 1625 w 11225"/>
              <a:gd name="T25" fmla="*/ 10109 h 11201"/>
              <a:gd name="T26" fmla="*/ 2692 w 11225"/>
              <a:gd name="T27" fmla="*/ 11201 h 11201"/>
              <a:gd name="T28" fmla="*/ 4825 w 11225"/>
              <a:gd name="T29" fmla="*/ 11201 h 11201"/>
              <a:gd name="T30" fmla="*/ 4825 w 11225"/>
              <a:gd name="T31" fmla="*/ 10655 h 11201"/>
              <a:gd name="T32" fmla="*/ 4825 w 11225"/>
              <a:gd name="T33" fmla="*/ 10613 h 11201"/>
              <a:gd name="T34" fmla="*/ 4825 w 11225"/>
              <a:gd name="T35" fmla="*/ 8196 h 11201"/>
              <a:gd name="T36" fmla="*/ 6425 w 11225"/>
              <a:gd name="T37" fmla="*/ 8196 h 11201"/>
              <a:gd name="T38" fmla="*/ 6425 w 11225"/>
              <a:gd name="T39" fmla="*/ 10613 h 11201"/>
              <a:gd name="T40" fmla="*/ 6425 w 11225"/>
              <a:gd name="T41" fmla="*/ 10655 h 11201"/>
              <a:gd name="T42" fmla="*/ 6425 w 11225"/>
              <a:gd name="T43" fmla="*/ 11201 h 11201"/>
              <a:gd name="T44" fmla="*/ 8558 w 11225"/>
              <a:gd name="T45" fmla="*/ 11201 h 11201"/>
              <a:gd name="T46" fmla="*/ 9625 w 11225"/>
              <a:gd name="T47" fmla="*/ 10109 h 11201"/>
              <a:gd name="T48" fmla="*/ 9625 w 11225"/>
              <a:gd name="T49" fmla="*/ 5738 h 11201"/>
              <a:gd name="T50" fmla="*/ 9625 w 11225"/>
              <a:gd name="T51" fmla="*/ 4749 h 11201"/>
              <a:gd name="T52" fmla="*/ 10781 w 11225"/>
              <a:gd name="T53" fmla="*/ 5933 h 11201"/>
              <a:gd name="T54" fmla="*/ 11149 w 11225"/>
              <a:gd name="T55" fmla="*/ 5933 h 11201"/>
              <a:gd name="T56" fmla="*/ 11225 w 11225"/>
              <a:gd name="T57" fmla="*/ 5744 h 11201"/>
              <a:gd name="T58" fmla="*/ 11149 w 11225"/>
              <a:gd name="T59" fmla="*/ 5556 h 11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1225" h="11201">
                <a:moveTo>
                  <a:pt x="11149" y="5556"/>
                </a:moveTo>
                <a:lnTo>
                  <a:pt x="8825" y="3175"/>
                </a:lnTo>
                <a:lnTo>
                  <a:pt x="7225" y="1536"/>
                </a:lnTo>
                <a:lnTo>
                  <a:pt x="5841" y="118"/>
                </a:lnTo>
                <a:cubicBezTo>
                  <a:pt x="5832" y="105"/>
                  <a:pt x="5827" y="90"/>
                  <a:pt x="5816" y="78"/>
                </a:cubicBezTo>
                <a:cubicBezTo>
                  <a:pt x="5763" y="25"/>
                  <a:pt x="5694" y="0"/>
                  <a:pt x="5625" y="2"/>
                </a:cubicBezTo>
                <a:cubicBezTo>
                  <a:pt x="5556" y="0"/>
                  <a:pt x="5487" y="25"/>
                  <a:pt x="5434" y="79"/>
                </a:cubicBezTo>
                <a:cubicBezTo>
                  <a:pt x="5423" y="90"/>
                  <a:pt x="5418" y="105"/>
                  <a:pt x="5409" y="118"/>
                </a:cubicBezTo>
                <a:lnTo>
                  <a:pt x="101" y="5556"/>
                </a:lnTo>
                <a:cubicBezTo>
                  <a:pt x="0" y="5660"/>
                  <a:pt x="0" y="5829"/>
                  <a:pt x="101" y="5933"/>
                </a:cubicBezTo>
                <a:cubicBezTo>
                  <a:pt x="203" y="6037"/>
                  <a:pt x="368" y="6037"/>
                  <a:pt x="470" y="5933"/>
                </a:cubicBezTo>
                <a:lnTo>
                  <a:pt x="1625" y="4749"/>
                </a:lnTo>
                <a:lnTo>
                  <a:pt x="1625" y="10109"/>
                </a:lnTo>
                <a:cubicBezTo>
                  <a:pt x="1625" y="10712"/>
                  <a:pt x="2103" y="11201"/>
                  <a:pt x="2692" y="11201"/>
                </a:cubicBezTo>
                <a:lnTo>
                  <a:pt x="4825" y="11201"/>
                </a:lnTo>
                <a:lnTo>
                  <a:pt x="4825" y="10655"/>
                </a:lnTo>
                <a:lnTo>
                  <a:pt x="4825" y="10613"/>
                </a:lnTo>
                <a:lnTo>
                  <a:pt x="4825" y="8196"/>
                </a:lnTo>
                <a:lnTo>
                  <a:pt x="6425" y="8196"/>
                </a:lnTo>
                <a:lnTo>
                  <a:pt x="6425" y="10613"/>
                </a:lnTo>
                <a:lnTo>
                  <a:pt x="6425" y="10655"/>
                </a:lnTo>
                <a:lnTo>
                  <a:pt x="6425" y="11201"/>
                </a:lnTo>
                <a:lnTo>
                  <a:pt x="8558" y="11201"/>
                </a:lnTo>
                <a:cubicBezTo>
                  <a:pt x="9147" y="11201"/>
                  <a:pt x="9625" y="10712"/>
                  <a:pt x="9625" y="10109"/>
                </a:cubicBezTo>
                <a:lnTo>
                  <a:pt x="9625" y="5738"/>
                </a:lnTo>
                <a:lnTo>
                  <a:pt x="9625" y="4749"/>
                </a:lnTo>
                <a:lnTo>
                  <a:pt x="10781" y="5933"/>
                </a:lnTo>
                <a:cubicBezTo>
                  <a:pt x="10882" y="6037"/>
                  <a:pt x="11047" y="6037"/>
                  <a:pt x="11149" y="5933"/>
                </a:cubicBezTo>
                <a:cubicBezTo>
                  <a:pt x="11200" y="5881"/>
                  <a:pt x="11225" y="5813"/>
                  <a:pt x="11225" y="5744"/>
                </a:cubicBezTo>
                <a:cubicBezTo>
                  <a:pt x="11225" y="5676"/>
                  <a:pt x="11200" y="5608"/>
                  <a:pt x="11149" y="555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方正宝黑体 简 Medium" panose="02010600010101010101" charset="-122"/>
              <a:ea typeface="方正宝黑体 简 Medium" panose="02010600010101010101" charset="-122"/>
              <a:cs typeface="+mn-cs"/>
              <a:sym typeface="方正宝黑体 简 Medium" panose="02010600010101010101" charset="-122"/>
            </a:endParaRPr>
          </a:p>
        </p:txBody>
      </p:sp>
      <p:sp>
        <p:nvSpPr>
          <p:cNvPr id="19460" name="文本框 10"/>
          <p:cNvSpPr txBox="1"/>
          <p:nvPr/>
        </p:nvSpPr>
        <p:spPr>
          <a:xfrm>
            <a:off x="422275" y="273050"/>
            <a:ext cx="4767263" cy="5826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buNone/>
            </a:pPr>
            <a:r>
              <a:rPr lang="zh-CN" altLang="en-US" sz="3200" b="1" dirty="0">
                <a:solidFill>
                  <a:srgbClr val="526680"/>
                </a:solidFill>
                <a:latin typeface="方正宝黑体 简 Medium" panose="02010600010101010101" charset="-122"/>
              </a:rPr>
              <a:t>部门管理</a:t>
            </a:r>
            <a:endParaRPr lang="zh-CN" altLang="en-US" sz="3200" b="1" dirty="0">
              <a:solidFill>
                <a:srgbClr val="526680"/>
              </a:solidFill>
              <a:latin typeface="方正宝黑体 简 Medium" panose="02010600010101010101" charset="-122"/>
            </a:endParaRPr>
          </a:p>
        </p:txBody>
      </p:sp>
      <p:pic>
        <p:nvPicPr>
          <p:cNvPr id="19461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0838" y="1565275"/>
            <a:ext cx="4025900" cy="2290763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</p:pic>
      <p:pic>
        <p:nvPicPr>
          <p:cNvPr id="19462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8888" y="4117975"/>
            <a:ext cx="9467850" cy="2409825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14" name="文本框 35"/>
          <p:cNvSpPr txBox="1"/>
          <p:nvPr/>
        </p:nvSpPr>
        <p:spPr>
          <a:xfrm>
            <a:off x="1574800" y="1974850"/>
            <a:ext cx="4275138" cy="23987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方正宝黑体 简 Medium" panose="02010600010101010101" charset="-122"/>
                <a:ea typeface="方正宝黑体 简 Medium" panose="02010600010101010101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方正宝黑体 简 Medium" panose="02010600010101010101" charset="-122"/>
                <a:ea typeface="方正宝黑体 简 Medium" panose="02010600010101010101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方正宝黑体 简 Medium" panose="02010600010101010101" charset="-122"/>
                <a:ea typeface="方正宝黑体 简 Medium" panose="02010600010101010101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方正宝黑体 简 Medium" panose="02010600010101010101" charset="-122"/>
                <a:ea typeface="方正宝黑体 简 Medium" panose="02010600010101010101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方正宝黑体 简 Medium" panose="02010600010101010101" charset="-122"/>
                <a:ea typeface="方正宝黑体 简 Medium" panose="02010600010101010101" charset="-122"/>
                <a:cs typeface="+mn-cs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000" dirty="0">
                <a:solidFill>
                  <a:srgbClr val="7F7F7F"/>
                </a:solidFill>
                <a:ea typeface="汉仪中黑简" panose="02010600000101010101" charset="-122"/>
                <a:sym typeface="方正宝黑体 简 Medium" panose="02010600010101010101" charset="-122"/>
              </a:rPr>
              <a:t>以柱状图的形式展现出各部门的工作时长，还可查看每月的工作量对比</a:t>
            </a:r>
            <a:endParaRPr lang="zh-CN" altLang="en-US" sz="2000" dirty="0">
              <a:solidFill>
                <a:srgbClr val="7F7F7F"/>
              </a:solidFill>
              <a:ea typeface="汉仪中黑简" panose="02010600000101010101" charset="-122"/>
              <a:sym typeface="方正宝黑体 简 Medium" panose="02010600010101010101" charset="-122"/>
            </a:endParaRP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000" dirty="0">
                <a:solidFill>
                  <a:srgbClr val="7F7F7F"/>
                </a:solidFill>
                <a:ea typeface="汉仪中黑简" panose="02010600000101010101" charset="-122"/>
                <a:sym typeface="方正宝黑体 简 Medium" panose="02010600010101010101" charset="-122"/>
              </a:rPr>
              <a:t>界面头部将显示部门内部细节，包括工作量、参与部门与员工等</a:t>
            </a:r>
            <a:endParaRPr lang="en-US" altLang="zh-CN" sz="2000" dirty="0">
              <a:solidFill>
                <a:srgbClr val="7F7F7F"/>
              </a:solidFill>
              <a:ea typeface="汉仪中黑简" panose="02010600000101010101" charset="-122"/>
              <a:sym typeface="方正宝黑体 简 Medium" panose="02010600010101010101" charset="-122"/>
            </a:endParaRP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zh-CN" altLang="en-US" sz="2000" dirty="0">
              <a:solidFill>
                <a:srgbClr val="404040"/>
              </a:solidFill>
              <a:sym typeface="方正宝黑体 简 Medium" panose="02010600010101010101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矩形 2"/>
          <p:cNvSpPr/>
          <p:nvPr/>
        </p:nvSpPr>
        <p:spPr>
          <a:xfrm>
            <a:off x="996950" y="1004888"/>
            <a:ext cx="3581400" cy="46037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方正宝黑体 简 Medium" panose="02010600010101010101" charset="-122"/>
                <a:ea typeface="方正宝黑体 简 Medium" panose="02010600010101010101" charset="-122"/>
                <a:cs typeface="+mn-cs"/>
                <a:sym typeface="方正宝黑体 简 Medium" panose="02010600010101010101" charset="-122"/>
              </a:rPr>
              <a:t>新增岗位展示页面操作栏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方正宝黑体 简 Medium" panose="02010600010101010101" charset="-122"/>
              <a:ea typeface="方正宝黑体 简 Medium" panose="02010600010101010101" charset="-122"/>
              <a:cs typeface="+mn-cs"/>
              <a:sym typeface="方正宝黑体 简 Medium" panose="02010600010101010101" charset="-122"/>
            </a:endParaRPr>
          </a:p>
        </p:txBody>
      </p:sp>
      <p:sp>
        <p:nvSpPr>
          <p:cNvPr id="7" name="iconfont-1014-459347"/>
          <p:cNvSpPr/>
          <p:nvPr/>
        </p:nvSpPr>
        <p:spPr>
          <a:xfrm>
            <a:off x="1212850" y="2074863"/>
            <a:ext cx="536575" cy="534988"/>
          </a:xfrm>
          <a:custGeom>
            <a:avLst/>
            <a:gdLst>
              <a:gd name="T0" fmla="*/ 11149 w 11225"/>
              <a:gd name="T1" fmla="*/ 5556 h 11201"/>
              <a:gd name="T2" fmla="*/ 8825 w 11225"/>
              <a:gd name="T3" fmla="*/ 3175 h 11201"/>
              <a:gd name="T4" fmla="*/ 7225 w 11225"/>
              <a:gd name="T5" fmla="*/ 1536 h 11201"/>
              <a:gd name="T6" fmla="*/ 5841 w 11225"/>
              <a:gd name="T7" fmla="*/ 118 h 11201"/>
              <a:gd name="T8" fmla="*/ 5816 w 11225"/>
              <a:gd name="T9" fmla="*/ 78 h 11201"/>
              <a:gd name="T10" fmla="*/ 5625 w 11225"/>
              <a:gd name="T11" fmla="*/ 2 h 11201"/>
              <a:gd name="T12" fmla="*/ 5434 w 11225"/>
              <a:gd name="T13" fmla="*/ 79 h 11201"/>
              <a:gd name="T14" fmla="*/ 5409 w 11225"/>
              <a:gd name="T15" fmla="*/ 118 h 11201"/>
              <a:gd name="T16" fmla="*/ 101 w 11225"/>
              <a:gd name="T17" fmla="*/ 5556 h 11201"/>
              <a:gd name="T18" fmla="*/ 101 w 11225"/>
              <a:gd name="T19" fmla="*/ 5933 h 11201"/>
              <a:gd name="T20" fmla="*/ 470 w 11225"/>
              <a:gd name="T21" fmla="*/ 5933 h 11201"/>
              <a:gd name="T22" fmla="*/ 1625 w 11225"/>
              <a:gd name="T23" fmla="*/ 4749 h 11201"/>
              <a:gd name="T24" fmla="*/ 1625 w 11225"/>
              <a:gd name="T25" fmla="*/ 10109 h 11201"/>
              <a:gd name="T26" fmla="*/ 2692 w 11225"/>
              <a:gd name="T27" fmla="*/ 11201 h 11201"/>
              <a:gd name="T28" fmla="*/ 4825 w 11225"/>
              <a:gd name="T29" fmla="*/ 11201 h 11201"/>
              <a:gd name="T30" fmla="*/ 4825 w 11225"/>
              <a:gd name="T31" fmla="*/ 10655 h 11201"/>
              <a:gd name="T32" fmla="*/ 4825 w 11225"/>
              <a:gd name="T33" fmla="*/ 10613 h 11201"/>
              <a:gd name="T34" fmla="*/ 4825 w 11225"/>
              <a:gd name="T35" fmla="*/ 8196 h 11201"/>
              <a:gd name="T36" fmla="*/ 6425 w 11225"/>
              <a:gd name="T37" fmla="*/ 8196 h 11201"/>
              <a:gd name="T38" fmla="*/ 6425 w 11225"/>
              <a:gd name="T39" fmla="*/ 10613 h 11201"/>
              <a:gd name="T40" fmla="*/ 6425 w 11225"/>
              <a:gd name="T41" fmla="*/ 10655 h 11201"/>
              <a:gd name="T42" fmla="*/ 6425 w 11225"/>
              <a:gd name="T43" fmla="*/ 11201 h 11201"/>
              <a:gd name="T44" fmla="*/ 8558 w 11225"/>
              <a:gd name="T45" fmla="*/ 11201 h 11201"/>
              <a:gd name="T46" fmla="*/ 9625 w 11225"/>
              <a:gd name="T47" fmla="*/ 10109 h 11201"/>
              <a:gd name="T48" fmla="*/ 9625 w 11225"/>
              <a:gd name="T49" fmla="*/ 5738 h 11201"/>
              <a:gd name="T50" fmla="*/ 9625 w 11225"/>
              <a:gd name="T51" fmla="*/ 4749 h 11201"/>
              <a:gd name="T52" fmla="*/ 10781 w 11225"/>
              <a:gd name="T53" fmla="*/ 5933 h 11201"/>
              <a:gd name="T54" fmla="*/ 11149 w 11225"/>
              <a:gd name="T55" fmla="*/ 5933 h 11201"/>
              <a:gd name="T56" fmla="*/ 11225 w 11225"/>
              <a:gd name="T57" fmla="*/ 5744 h 11201"/>
              <a:gd name="T58" fmla="*/ 11149 w 11225"/>
              <a:gd name="T59" fmla="*/ 5556 h 11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1225" h="11201">
                <a:moveTo>
                  <a:pt x="11149" y="5556"/>
                </a:moveTo>
                <a:lnTo>
                  <a:pt x="8825" y="3175"/>
                </a:lnTo>
                <a:lnTo>
                  <a:pt x="7225" y="1536"/>
                </a:lnTo>
                <a:lnTo>
                  <a:pt x="5841" y="118"/>
                </a:lnTo>
                <a:cubicBezTo>
                  <a:pt x="5832" y="105"/>
                  <a:pt x="5827" y="90"/>
                  <a:pt x="5816" y="78"/>
                </a:cubicBezTo>
                <a:cubicBezTo>
                  <a:pt x="5763" y="25"/>
                  <a:pt x="5694" y="0"/>
                  <a:pt x="5625" y="2"/>
                </a:cubicBezTo>
                <a:cubicBezTo>
                  <a:pt x="5556" y="0"/>
                  <a:pt x="5487" y="25"/>
                  <a:pt x="5434" y="79"/>
                </a:cubicBezTo>
                <a:cubicBezTo>
                  <a:pt x="5423" y="90"/>
                  <a:pt x="5418" y="105"/>
                  <a:pt x="5409" y="118"/>
                </a:cubicBezTo>
                <a:lnTo>
                  <a:pt x="101" y="5556"/>
                </a:lnTo>
                <a:cubicBezTo>
                  <a:pt x="0" y="5660"/>
                  <a:pt x="0" y="5829"/>
                  <a:pt x="101" y="5933"/>
                </a:cubicBezTo>
                <a:cubicBezTo>
                  <a:pt x="203" y="6037"/>
                  <a:pt x="368" y="6037"/>
                  <a:pt x="470" y="5933"/>
                </a:cubicBezTo>
                <a:lnTo>
                  <a:pt x="1625" y="4749"/>
                </a:lnTo>
                <a:lnTo>
                  <a:pt x="1625" y="10109"/>
                </a:lnTo>
                <a:cubicBezTo>
                  <a:pt x="1625" y="10712"/>
                  <a:pt x="2103" y="11201"/>
                  <a:pt x="2692" y="11201"/>
                </a:cubicBezTo>
                <a:lnTo>
                  <a:pt x="4825" y="11201"/>
                </a:lnTo>
                <a:lnTo>
                  <a:pt x="4825" y="10655"/>
                </a:lnTo>
                <a:lnTo>
                  <a:pt x="4825" y="10613"/>
                </a:lnTo>
                <a:lnTo>
                  <a:pt x="4825" y="8196"/>
                </a:lnTo>
                <a:lnTo>
                  <a:pt x="6425" y="8196"/>
                </a:lnTo>
                <a:lnTo>
                  <a:pt x="6425" y="10613"/>
                </a:lnTo>
                <a:lnTo>
                  <a:pt x="6425" y="10655"/>
                </a:lnTo>
                <a:lnTo>
                  <a:pt x="6425" y="11201"/>
                </a:lnTo>
                <a:lnTo>
                  <a:pt x="8558" y="11201"/>
                </a:lnTo>
                <a:cubicBezTo>
                  <a:pt x="9147" y="11201"/>
                  <a:pt x="9625" y="10712"/>
                  <a:pt x="9625" y="10109"/>
                </a:cubicBezTo>
                <a:lnTo>
                  <a:pt x="9625" y="5738"/>
                </a:lnTo>
                <a:lnTo>
                  <a:pt x="9625" y="4749"/>
                </a:lnTo>
                <a:lnTo>
                  <a:pt x="10781" y="5933"/>
                </a:lnTo>
                <a:cubicBezTo>
                  <a:pt x="10882" y="6037"/>
                  <a:pt x="11047" y="6037"/>
                  <a:pt x="11149" y="5933"/>
                </a:cubicBezTo>
                <a:cubicBezTo>
                  <a:pt x="11200" y="5881"/>
                  <a:pt x="11225" y="5813"/>
                  <a:pt x="11225" y="5744"/>
                </a:cubicBezTo>
                <a:cubicBezTo>
                  <a:pt x="11225" y="5676"/>
                  <a:pt x="11200" y="5608"/>
                  <a:pt x="11149" y="555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方正宝黑体 简 Medium" panose="02010600010101010101" charset="-122"/>
              <a:ea typeface="方正宝黑体 简 Medium" panose="02010600010101010101" charset="-122"/>
              <a:cs typeface="+mn-cs"/>
              <a:sym typeface="方正宝黑体 简 Medium" panose="02010600010101010101" charset="-122"/>
            </a:endParaRPr>
          </a:p>
        </p:txBody>
      </p:sp>
      <p:sp>
        <p:nvSpPr>
          <p:cNvPr id="21508" name="文本框 10"/>
          <p:cNvSpPr txBox="1"/>
          <p:nvPr/>
        </p:nvSpPr>
        <p:spPr>
          <a:xfrm>
            <a:off x="422275" y="273050"/>
            <a:ext cx="4767263" cy="5826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buNone/>
            </a:pPr>
            <a:r>
              <a:rPr lang="zh-CN" altLang="en-US" sz="3200" b="1" dirty="0">
                <a:solidFill>
                  <a:srgbClr val="526680"/>
                </a:solidFill>
                <a:latin typeface="方正宝黑体 简 Medium" panose="02010600010101010101" charset="-122"/>
              </a:rPr>
              <a:t>岗位管理</a:t>
            </a:r>
            <a:endParaRPr lang="zh-CN" altLang="en-US" sz="3200" b="1" dirty="0">
              <a:solidFill>
                <a:srgbClr val="526680"/>
              </a:solidFill>
              <a:latin typeface="方正宝黑体 简 Medium" panose="02010600010101010101" charset="-122"/>
            </a:endParaRPr>
          </a:p>
        </p:txBody>
      </p:sp>
      <p:pic>
        <p:nvPicPr>
          <p:cNvPr id="21509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9275" y="1465263"/>
            <a:ext cx="11093450" cy="4854575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矩形 2"/>
          <p:cNvSpPr/>
          <p:nvPr/>
        </p:nvSpPr>
        <p:spPr>
          <a:xfrm>
            <a:off x="996950" y="1004888"/>
            <a:ext cx="4643438" cy="46037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方正宝黑体 简 Medium" panose="02010600010101010101" charset="-122"/>
                <a:ea typeface="方正宝黑体 简 Medium" panose="02010600010101010101" charset="-122"/>
                <a:cs typeface="+mn-cs"/>
                <a:sym typeface="方正宝黑体 简 Medium" panose="02010600010101010101" charset="-122"/>
              </a:rPr>
              <a:t>新增试用期员工的录取与不录取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方正宝黑体 简 Medium" panose="02010600010101010101" charset="-122"/>
              <a:ea typeface="方正宝黑体 简 Medium" panose="02010600010101010101" charset="-122"/>
              <a:cs typeface="+mn-cs"/>
              <a:sym typeface="方正宝黑体 简 Medium" panose="02010600010101010101" charset="-122"/>
            </a:endParaRPr>
          </a:p>
        </p:txBody>
      </p:sp>
      <p:sp>
        <p:nvSpPr>
          <p:cNvPr id="7" name="iconfont-1014-459347"/>
          <p:cNvSpPr/>
          <p:nvPr/>
        </p:nvSpPr>
        <p:spPr>
          <a:xfrm>
            <a:off x="1212850" y="2074863"/>
            <a:ext cx="536575" cy="534988"/>
          </a:xfrm>
          <a:custGeom>
            <a:avLst/>
            <a:gdLst>
              <a:gd name="T0" fmla="*/ 11149 w 11225"/>
              <a:gd name="T1" fmla="*/ 5556 h 11201"/>
              <a:gd name="T2" fmla="*/ 8825 w 11225"/>
              <a:gd name="T3" fmla="*/ 3175 h 11201"/>
              <a:gd name="T4" fmla="*/ 7225 w 11225"/>
              <a:gd name="T5" fmla="*/ 1536 h 11201"/>
              <a:gd name="T6" fmla="*/ 5841 w 11225"/>
              <a:gd name="T7" fmla="*/ 118 h 11201"/>
              <a:gd name="T8" fmla="*/ 5816 w 11225"/>
              <a:gd name="T9" fmla="*/ 78 h 11201"/>
              <a:gd name="T10" fmla="*/ 5625 w 11225"/>
              <a:gd name="T11" fmla="*/ 2 h 11201"/>
              <a:gd name="T12" fmla="*/ 5434 w 11225"/>
              <a:gd name="T13" fmla="*/ 79 h 11201"/>
              <a:gd name="T14" fmla="*/ 5409 w 11225"/>
              <a:gd name="T15" fmla="*/ 118 h 11201"/>
              <a:gd name="T16" fmla="*/ 101 w 11225"/>
              <a:gd name="T17" fmla="*/ 5556 h 11201"/>
              <a:gd name="T18" fmla="*/ 101 w 11225"/>
              <a:gd name="T19" fmla="*/ 5933 h 11201"/>
              <a:gd name="T20" fmla="*/ 470 w 11225"/>
              <a:gd name="T21" fmla="*/ 5933 h 11201"/>
              <a:gd name="T22" fmla="*/ 1625 w 11225"/>
              <a:gd name="T23" fmla="*/ 4749 h 11201"/>
              <a:gd name="T24" fmla="*/ 1625 w 11225"/>
              <a:gd name="T25" fmla="*/ 10109 h 11201"/>
              <a:gd name="T26" fmla="*/ 2692 w 11225"/>
              <a:gd name="T27" fmla="*/ 11201 h 11201"/>
              <a:gd name="T28" fmla="*/ 4825 w 11225"/>
              <a:gd name="T29" fmla="*/ 11201 h 11201"/>
              <a:gd name="T30" fmla="*/ 4825 w 11225"/>
              <a:gd name="T31" fmla="*/ 10655 h 11201"/>
              <a:gd name="T32" fmla="*/ 4825 w 11225"/>
              <a:gd name="T33" fmla="*/ 10613 h 11201"/>
              <a:gd name="T34" fmla="*/ 4825 w 11225"/>
              <a:gd name="T35" fmla="*/ 8196 h 11201"/>
              <a:gd name="T36" fmla="*/ 6425 w 11225"/>
              <a:gd name="T37" fmla="*/ 8196 h 11201"/>
              <a:gd name="T38" fmla="*/ 6425 w 11225"/>
              <a:gd name="T39" fmla="*/ 10613 h 11201"/>
              <a:gd name="T40" fmla="*/ 6425 w 11225"/>
              <a:gd name="T41" fmla="*/ 10655 h 11201"/>
              <a:gd name="T42" fmla="*/ 6425 w 11225"/>
              <a:gd name="T43" fmla="*/ 11201 h 11201"/>
              <a:gd name="T44" fmla="*/ 8558 w 11225"/>
              <a:gd name="T45" fmla="*/ 11201 h 11201"/>
              <a:gd name="T46" fmla="*/ 9625 w 11225"/>
              <a:gd name="T47" fmla="*/ 10109 h 11201"/>
              <a:gd name="T48" fmla="*/ 9625 w 11225"/>
              <a:gd name="T49" fmla="*/ 5738 h 11201"/>
              <a:gd name="T50" fmla="*/ 9625 w 11225"/>
              <a:gd name="T51" fmla="*/ 4749 h 11201"/>
              <a:gd name="T52" fmla="*/ 10781 w 11225"/>
              <a:gd name="T53" fmla="*/ 5933 h 11201"/>
              <a:gd name="T54" fmla="*/ 11149 w 11225"/>
              <a:gd name="T55" fmla="*/ 5933 h 11201"/>
              <a:gd name="T56" fmla="*/ 11225 w 11225"/>
              <a:gd name="T57" fmla="*/ 5744 h 11201"/>
              <a:gd name="T58" fmla="*/ 11149 w 11225"/>
              <a:gd name="T59" fmla="*/ 5556 h 11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1225" h="11201">
                <a:moveTo>
                  <a:pt x="11149" y="5556"/>
                </a:moveTo>
                <a:lnTo>
                  <a:pt x="8825" y="3175"/>
                </a:lnTo>
                <a:lnTo>
                  <a:pt x="7225" y="1536"/>
                </a:lnTo>
                <a:lnTo>
                  <a:pt x="5841" y="118"/>
                </a:lnTo>
                <a:cubicBezTo>
                  <a:pt x="5832" y="105"/>
                  <a:pt x="5827" y="90"/>
                  <a:pt x="5816" y="78"/>
                </a:cubicBezTo>
                <a:cubicBezTo>
                  <a:pt x="5763" y="25"/>
                  <a:pt x="5694" y="0"/>
                  <a:pt x="5625" y="2"/>
                </a:cubicBezTo>
                <a:cubicBezTo>
                  <a:pt x="5556" y="0"/>
                  <a:pt x="5487" y="25"/>
                  <a:pt x="5434" y="79"/>
                </a:cubicBezTo>
                <a:cubicBezTo>
                  <a:pt x="5423" y="90"/>
                  <a:pt x="5418" y="105"/>
                  <a:pt x="5409" y="118"/>
                </a:cubicBezTo>
                <a:lnTo>
                  <a:pt x="101" y="5556"/>
                </a:lnTo>
                <a:cubicBezTo>
                  <a:pt x="0" y="5660"/>
                  <a:pt x="0" y="5829"/>
                  <a:pt x="101" y="5933"/>
                </a:cubicBezTo>
                <a:cubicBezTo>
                  <a:pt x="203" y="6037"/>
                  <a:pt x="368" y="6037"/>
                  <a:pt x="470" y="5933"/>
                </a:cubicBezTo>
                <a:lnTo>
                  <a:pt x="1625" y="4749"/>
                </a:lnTo>
                <a:lnTo>
                  <a:pt x="1625" y="10109"/>
                </a:lnTo>
                <a:cubicBezTo>
                  <a:pt x="1625" y="10712"/>
                  <a:pt x="2103" y="11201"/>
                  <a:pt x="2692" y="11201"/>
                </a:cubicBezTo>
                <a:lnTo>
                  <a:pt x="4825" y="11201"/>
                </a:lnTo>
                <a:lnTo>
                  <a:pt x="4825" y="10655"/>
                </a:lnTo>
                <a:lnTo>
                  <a:pt x="4825" y="10613"/>
                </a:lnTo>
                <a:lnTo>
                  <a:pt x="4825" y="8196"/>
                </a:lnTo>
                <a:lnTo>
                  <a:pt x="6425" y="8196"/>
                </a:lnTo>
                <a:lnTo>
                  <a:pt x="6425" y="10613"/>
                </a:lnTo>
                <a:lnTo>
                  <a:pt x="6425" y="10655"/>
                </a:lnTo>
                <a:lnTo>
                  <a:pt x="6425" y="11201"/>
                </a:lnTo>
                <a:lnTo>
                  <a:pt x="8558" y="11201"/>
                </a:lnTo>
                <a:cubicBezTo>
                  <a:pt x="9147" y="11201"/>
                  <a:pt x="9625" y="10712"/>
                  <a:pt x="9625" y="10109"/>
                </a:cubicBezTo>
                <a:lnTo>
                  <a:pt x="9625" y="5738"/>
                </a:lnTo>
                <a:lnTo>
                  <a:pt x="9625" y="4749"/>
                </a:lnTo>
                <a:lnTo>
                  <a:pt x="10781" y="5933"/>
                </a:lnTo>
                <a:cubicBezTo>
                  <a:pt x="10882" y="6037"/>
                  <a:pt x="11047" y="6037"/>
                  <a:pt x="11149" y="5933"/>
                </a:cubicBezTo>
                <a:cubicBezTo>
                  <a:pt x="11200" y="5881"/>
                  <a:pt x="11225" y="5813"/>
                  <a:pt x="11225" y="5744"/>
                </a:cubicBezTo>
                <a:cubicBezTo>
                  <a:pt x="11225" y="5676"/>
                  <a:pt x="11200" y="5608"/>
                  <a:pt x="11149" y="555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方正宝黑体 简 Medium" panose="02010600010101010101" charset="-122"/>
              <a:ea typeface="方正宝黑体 简 Medium" panose="02010600010101010101" charset="-122"/>
              <a:cs typeface="+mn-cs"/>
              <a:sym typeface="方正宝黑体 简 Medium" panose="02010600010101010101" charset="-122"/>
            </a:endParaRPr>
          </a:p>
        </p:txBody>
      </p:sp>
      <p:sp>
        <p:nvSpPr>
          <p:cNvPr id="23556" name="文本框 10"/>
          <p:cNvSpPr txBox="1"/>
          <p:nvPr/>
        </p:nvSpPr>
        <p:spPr>
          <a:xfrm>
            <a:off x="422275" y="273050"/>
            <a:ext cx="4767263" cy="5826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buNone/>
            </a:pPr>
            <a:r>
              <a:rPr lang="zh-CN" altLang="en-US" sz="3200" b="1" dirty="0">
                <a:solidFill>
                  <a:srgbClr val="526680"/>
                </a:solidFill>
                <a:latin typeface="方正宝黑体 简 Medium" panose="02010600010101010101" charset="-122"/>
              </a:rPr>
              <a:t>员工管理</a:t>
            </a:r>
            <a:endParaRPr lang="zh-CN" altLang="en-US" sz="3200" b="1" dirty="0">
              <a:solidFill>
                <a:srgbClr val="526680"/>
              </a:solidFill>
              <a:latin typeface="方正宝黑体 简 Medium" panose="02010600010101010101" charset="-122"/>
            </a:endParaRPr>
          </a:p>
        </p:txBody>
      </p:sp>
      <p:pic>
        <p:nvPicPr>
          <p:cNvPr id="23557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675" y="1465263"/>
            <a:ext cx="10479088" cy="5076825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2" name="右箭头 1"/>
          <p:cNvSpPr/>
          <p:nvPr/>
        </p:nvSpPr>
        <p:spPr>
          <a:xfrm>
            <a:off x="5651500" y="1120775"/>
            <a:ext cx="1066165" cy="22923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903085" y="1005205"/>
            <a:ext cx="47104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rgbClr val="FF0000"/>
                </a:solidFill>
                <a:latin typeface="方正楷体_GB2312" panose="02000000000000000000" charset="-122"/>
                <a:ea typeface="方正楷体_GB2312" panose="02000000000000000000" charset="-122"/>
              </a:rPr>
              <a:t>后期改动为具体的状态（包括在职等）</a:t>
            </a:r>
            <a:endParaRPr lang="zh-CN" altLang="en-US" sz="2000" b="1">
              <a:solidFill>
                <a:srgbClr val="FF0000"/>
              </a:solidFill>
              <a:latin typeface="方正楷体_GB2312" panose="02000000000000000000" charset="-122"/>
              <a:ea typeface="方正楷体_GB2312" panose="020000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矩形 2"/>
          <p:cNvSpPr/>
          <p:nvPr/>
        </p:nvSpPr>
        <p:spPr>
          <a:xfrm>
            <a:off x="1735138" y="1000125"/>
            <a:ext cx="496888" cy="163195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方正宝黑体 简 Medium" panose="02010600010101010101" charset="-122"/>
                <a:ea typeface="方正宝黑体 简 Medium" panose="02010600010101010101" charset="-122"/>
                <a:cs typeface="+mn-cs"/>
                <a:sym typeface="方正宝黑体 简 Medium" panose="02010600010101010101" charset="-122"/>
              </a:rPr>
              <a:t>员工画像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方正宝黑体 简 Medium" panose="02010600010101010101" charset="-122"/>
              <a:ea typeface="方正宝黑体 简 Medium" panose="02010600010101010101" charset="-122"/>
              <a:cs typeface="+mn-cs"/>
              <a:sym typeface="方正宝黑体 简 Medium" panose="02010600010101010101" charset="-122"/>
            </a:endParaRPr>
          </a:p>
        </p:txBody>
      </p:sp>
      <p:sp>
        <p:nvSpPr>
          <p:cNvPr id="25603" name="文本框 10"/>
          <p:cNvSpPr txBox="1"/>
          <p:nvPr/>
        </p:nvSpPr>
        <p:spPr>
          <a:xfrm>
            <a:off x="422275" y="273050"/>
            <a:ext cx="4767263" cy="5826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buNone/>
            </a:pPr>
            <a:r>
              <a:rPr lang="zh-CN" altLang="en-US" sz="3200" b="1" dirty="0">
                <a:solidFill>
                  <a:srgbClr val="526680"/>
                </a:solidFill>
                <a:latin typeface="方正宝黑体 简 Medium" panose="02010600010101010101" charset="-122"/>
              </a:rPr>
              <a:t>员工画像管理</a:t>
            </a:r>
            <a:endParaRPr lang="zh-CN" altLang="en-US" sz="3200" b="1" dirty="0">
              <a:solidFill>
                <a:srgbClr val="526680"/>
              </a:solidFill>
              <a:latin typeface="方正宝黑体 简 Medium" panose="02010600010101010101" charset="-122"/>
            </a:endParaRPr>
          </a:p>
        </p:txBody>
      </p:sp>
      <p:pic>
        <p:nvPicPr>
          <p:cNvPr id="25604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9763" y="2776538"/>
            <a:ext cx="10912475" cy="3341687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6" name="文本框 35"/>
          <p:cNvSpPr txBox="1"/>
          <p:nvPr/>
        </p:nvSpPr>
        <p:spPr>
          <a:xfrm>
            <a:off x="2773363" y="1076325"/>
            <a:ext cx="7664450" cy="13017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方正宝黑体 简 Medium" panose="02010600010101010101" charset="-122"/>
                <a:ea typeface="方正宝黑体 简 Medium" panose="02010600010101010101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方正宝黑体 简 Medium" panose="02010600010101010101" charset="-122"/>
                <a:ea typeface="方正宝黑体 简 Medium" panose="02010600010101010101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方正宝黑体 简 Medium" panose="02010600010101010101" charset="-122"/>
                <a:ea typeface="方正宝黑体 简 Medium" panose="02010600010101010101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方正宝黑体 简 Medium" panose="02010600010101010101" charset="-122"/>
                <a:ea typeface="方正宝黑体 简 Medium" panose="02010600010101010101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方正宝黑体 简 Medium" panose="02010600010101010101" charset="-122"/>
                <a:ea typeface="方正宝黑体 简 Medium" panose="02010600010101010101" charset="-122"/>
                <a:cs typeface="+mn-cs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1400" dirty="0">
                <a:solidFill>
                  <a:srgbClr val="7F7F7F"/>
                </a:solidFill>
                <a:ea typeface="汉仪中黑简" panose="02010600000101010101" charset="-122"/>
                <a:sym typeface="方正宝黑体 简 Medium" panose="02010600010101010101" charset="-122"/>
              </a:rPr>
              <a:t>通过每名员工的工作记录、工作时长、任务难度权重与完成质量等数据分析可得员工的三个画像</a:t>
            </a:r>
            <a:endParaRPr lang="zh-CN" altLang="en-US" sz="1400" dirty="0">
              <a:solidFill>
                <a:srgbClr val="7F7F7F"/>
              </a:solidFill>
              <a:ea typeface="汉仪中黑简" panose="02010600000101010101" charset="-122"/>
              <a:sym typeface="方正宝黑体 简 Medium" panose="02010600010101010101" charset="-122"/>
            </a:endParaRP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1400" dirty="0">
                <a:solidFill>
                  <a:srgbClr val="7F7F7F"/>
                </a:solidFill>
                <a:ea typeface="汉仪中黑简" panose="02010600000101010101" charset="-122"/>
                <a:sym typeface="方正宝黑体 简 Medium" panose="02010600010101010101" charset="-122"/>
              </a:rPr>
              <a:t>能力画像展示员工技能、工作量、稳定性</a:t>
            </a:r>
            <a:endParaRPr lang="zh-CN" altLang="en-US" sz="1400" dirty="0">
              <a:solidFill>
                <a:srgbClr val="7F7F7F"/>
              </a:solidFill>
              <a:ea typeface="汉仪中黑简" panose="02010600000101010101" charset="-122"/>
              <a:sym typeface="方正宝黑体 简 Medium" panose="02010600010101010101" charset="-122"/>
            </a:endParaRP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1400" dirty="0">
                <a:solidFill>
                  <a:srgbClr val="7F7F7F"/>
                </a:solidFill>
                <a:ea typeface="汉仪中黑简" panose="02010600000101010101" charset="-122"/>
                <a:sym typeface="方正宝黑体 简 Medium" panose="02010600010101010101" charset="-122"/>
              </a:rPr>
              <a:t>绩效画像展示员工质量、贡献、趋势</a:t>
            </a:r>
            <a:endParaRPr lang="zh-CN" altLang="en-US" sz="1400" dirty="0">
              <a:solidFill>
                <a:srgbClr val="7F7F7F"/>
              </a:solidFill>
              <a:ea typeface="汉仪中黑简" panose="02010600000101010101" charset="-122"/>
              <a:sym typeface="方正宝黑体 简 Medium" panose="02010600010101010101" charset="-122"/>
            </a:endParaRP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1400" dirty="0">
                <a:solidFill>
                  <a:srgbClr val="7F7F7F"/>
                </a:solidFill>
                <a:ea typeface="汉仪中黑简" panose="02010600000101010101" charset="-122"/>
                <a:sym typeface="方正宝黑体 简 Medium" panose="02010600010101010101" charset="-122"/>
              </a:rPr>
              <a:t>潜力画像展示员工学习、成长、晋升</a:t>
            </a:r>
            <a:endParaRPr lang="en-US" altLang="zh-CN" sz="1400" dirty="0">
              <a:solidFill>
                <a:srgbClr val="7F7F7F"/>
              </a:solidFill>
              <a:ea typeface="汉仪中黑简" panose="02010600000101010101" charset="-122"/>
              <a:sym typeface="方正宝黑体 简 Medium" panose="02010600010101010101" charset="-122"/>
            </a:endParaRP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zh-CN" altLang="en-US" sz="1400" dirty="0">
              <a:solidFill>
                <a:schemeClr val="accent1"/>
              </a:solidFill>
              <a:sym typeface="方正宝黑体 简 Medium" panose="02010600010101010101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矩形 2"/>
          <p:cNvSpPr/>
          <p:nvPr/>
        </p:nvSpPr>
        <p:spPr>
          <a:xfrm>
            <a:off x="996950" y="1004888"/>
            <a:ext cx="2122488" cy="46037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方正宝黑体 简 Medium" panose="02010600010101010101" charset="-122"/>
                <a:ea typeface="方正宝黑体 简 Medium" panose="02010600010101010101" charset="-122"/>
                <a:cs typeface="+mn-cs"/>
                <a:sym typeface="方正宝黑体 简 Medium" panose="02010600010101010101" charset="-122"/>
              </a:rPr>
              <a:t>综合画像展示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方正宝黑体 简 Medium" panose="02010600010101010101" charset="-122"/>
              <a:ea typeface="方正宝黑体 简 Medium" panose="02010600010101010101" charset="-122"/>
              <a:cs typeface="+mn-cs"/>
              <a:sym typeface="方正宝黑体 简 Medium" panose="02010600010101010101" charset="-122"/>
            </a:endParaRPr>
          </a:p>
        </p:txBody>
      </p:sp>
      <p:sp>
        <p:nvSpPr>
          <p:cNvPr id="7" name="iconfont-1014-459347"/>
          <p:cNvSpPr/>
          <p:nvPr/>
        </p:nvSpPr>
        <p:spPr>
          <a:xfrm>
            <a:off x="1212850" y="2074863"/>
            <a:ext cx="536575" cy="534988"/>
          </a:xfrm>
          <a:custGeom>
            <a:avLst/>
            <a:gdLst>
              <a:gd name="T0" fmla="*/ 11149 w 11225"/>
              <a:gd name="T1" fmla="*/ 5556 h 11201"/>
              <a:gd name="T2" fmla="*/ 8825 w 11225"/>
              <a:gd name="T3" fmla="*/ 3175 h 11201"/>
              <a:gd name="T4" fmla="*/ 7225 w 11225"/>
              <a:gd name="T5" fmla="*/ 1536 h 11201"/>
              <a:gd name="T6" fmla="*/ 5841 w 11225"/>
              <a:gd name="T7" fmla="*/ 118 h 11201"/>
              <a:gd name="T8" fmla="*/ 5816 w 11225"/>
              <a:gd name="T9" fmla="*/ 78 h 11201"/>
              <a:gd name="T10" fmla="*/ 5625 w 11225"/>
              <a:gd name="T11" fmla="*/ 2 h 11201"/>
              <a:gd name="T12" fmla="*/ 5434 w 11225"/>
              <a:gd name="T13" fmla="*/ 79 h 11201"/>
              <a:gd name="T14" fmla="*/ 5409 w 11225"/>
              <a:gd name="T15" fmla="*/ 118 h 11201"/>
              <a:gd name="T16" fmla="*/ 101 w 11225"/>
              <a:gd name="T17" fmla="*/ 5556 h 11201"/>
              <a:gd name="T18" fmla="*/ 101 w 11225"/>
              <a:gd name="T19" fmla="*/ 5933 h 11201"/>
              <a:gd name="T20" fmla="*/ 470 w 11225"/>
              <a:gd name="T21" fmla="*/ 5933 h 11201"/>
              <a:gd name="T22" fmla="*/ 1625 w 11225"/>
              <a:gd name="T23" fmla="*/ 4749 h 11201"/>
              <a:gd name="T24" fmla="*/ 1625 w 11225"/>
              <a:gd name="T25" fmla="*/ 10109 h 11201"/>
              <a:gd name="T26" fmla="*/ 2692 w 11225"/>
              <a:gd name="T27" fmla="*/ 11201 h 11201"/>
              <a:gd name="T28" fmla="*/ 4825 w 11225"/>
              <a:gd name="T29" fmla="*/ 11201 h 11201"/>
              <a:gd name="T30" fmla="*/ 4825 w 11225"/>
              <a:gd name="T31" fmla="*/ 10655 h 11201"/>
              <a:gd name="T32" fmla="*/ 4825 w 11225"/>
              <a:gd name="T33" fmla="*/ 10613 h 11201"/>
              <a:gd name="T34" fmla="*/ 4825 w 11225"/>
              <a:gd name="T35" fmla="*/ 8196 h 11201"/>
              <a:gd name="T36" fmla="*/ 6425 w 11225"/>
              <a:gd name="T37" fmla="*/ 8196 h 11201"/>
              <a:gd name="T38" fmla="*/ 6425 w 11225"/>
              <a:gd name="T39" fmla="*/ 10613 h 11201"/>
              <a:gd name="T40" fmla="*/ 6425 w 11225"/>
              <a:gd name="T41" fmla="*/ 10655 h 11201"/>
              <a:gd name="T42" fmla="*/ 6425 w 11225"/>
              <a:gd name="T43" fmla="*/ 11201 h 11201"/>
              <a:gd name="T44" fmla="*/ 8558 w 11225"/>
              <a:gd name="T45" fmla="*/ 11201 h 11201"/>
              <a:gd name="T46" fmla="*/ 9625 w 11225"/>
              <a:gd name="T47" fmla="*/ 10109 h 11201"/>
              <a:gd name="T48" fmla="*/ 9625 w 11225"/>
              <a:gd name="T49" fmla="*/ 5738 h 11201"/>
              <a:gd name="T50" fmla="*/ 9625 w 11225"/>
              <a:gd name="T51" fmla="*/ 4749 h 11201"/>
              <a:gd name="T52" fmla="*/ 10781 w 11225"/>
              <a:gd name="T53" fmla="*/ 5933 h 11201"/>
              <a:gd name="T54" fmla="*/ 11149 w 11225"/>
              <a:gd name="T55" fmla="*/ 5933 h 11201"/>
              <a:gd name="T56" fmla="*/ 11225 w 11225"/>
              <a:gd name="T57" fmla="*/ 5744 h 11201"/>
              <a:gd name="T58" fmla="*/ 11149 w 11225"/>
              <a:gd name="T59" fmla="*/ 5556 h 11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1225" h="11201">
                <a:moveTo>
                  <a:pt x="11149" y="5556"/>
                </a:moveTo>
                <a:lnTo>
                  <a:pt x="8825" y="3175"/>
                </a:lnTo>
                <a:lnTo>
                  <a:pt x="7225" y="1536"/>
                </a:lnTo>
                <a:lnTo>
                  <a:pt x="5841" y="118"/>
                </a:lnTo>
                <a:cubicBezTo>
                  <a:pt x="5832" y="105"/>
                  <a:pt x="5827" y="90"/>
                  <a:pt x="5816" y="78"/>
                </a:cubicBezTo>
                <a:cubicBezTo>
                  <a:pt x="5763" y="25"/>
                  <a:pt x="5694" y="0"/>
                  <a:pt x="5625" y="2"/>
                </a:cubicBezTo>
                <a:cubicBezTo>
                  <a:pt x="5556" y="0"/>
                  <a:pt x="5487" y="25"/>
                  <a:pt x="5434" y="79"/>
                </a:cubicBezTo>
                <a:cubicBezTo>
                  <a:pt x="5423" y="90"/>
                  <a:pt x="5418" y="105"/>
                  <a:pt x="5409" y="118"/>
                </a:cubicBezTo>
                <a:lnTo>
                  <a:pt x="101" y="5556"/>
                </a:lnTo>
                <a:cubicBezTo>
                  <a:pt x="0" y="5660"/>
                  <a:pt x="0" y="5829"/>
                  <a:pt x="101" y="5933"/>
                </a:cubicBezTo>
                <a:cubicBezTo>
                  <a:pt x="203" y="6037"/>
                  <a:pt x="368" y="6037"/>
                  <a:pt x="470" y="5933"/>
                </a:cubicBezTo>
                <a:lnTo>
                  <a:pt x="1625" y="4749"/>
                </a:lnTo>
                <a:lnTo>
                  <a:pt x="1625" y="10109"/>
                </a:lnTo>
                <a:cubicBezTo>
                  <a:pt x="1625" y="10712"/>
                  <a:pt x="2103" y="11201"/>
                  <a:pt x="2692" y="11201"/>
                </a:cubicBezTo>
                <a:lnTo>
                  <a:pt x="4825" y="11201"/>
                </a:lnTo>
                <a:lnTo>
                  <a:pt x="4825" y="10655"/>
                </a:lnTo>
                <a:lnTo>
                  <a:pt x="4825" y="10613"/>
                </a:lnTo>
                <a:lnTo>
                  <a:pt x="4825" y="8196"/>
                </a:lnTo>
                <a:lnTo>
                  <a:pt x="6425" y="8196"/>
                </a:lnTo>
                <a:lnTo>
                  <a:pt x="6425" y="10613"/>
                </a:lnTo>
                <a:lnTo>
                  <a:pt x="6425" y="10655"/>
                </a:lnTo>
                <a:lnTo>
                  <a:pt x="6425" y="11201"/>
                </a:lnTo>
                <a:lnTo>
                  <a:pt x="8558" y="11201"/>
                </a:lnTo>
                <a:cubicBezTo>
                  <a:pt x="9147" y="11201"/>
                  <a:pt x="9625" y="10712"/>
                  <a:pt x="9625" y="10109"/>
                </a:cubicBezTo>
                <a:lnTo>
                  <a:pt x="9625" y="5738"/>
                </a:lnTo>
                <a:lnTo>
                  <a:pt x="9625" y="4749"/>
                </a:lnTo>
                <a:lnTo>
                  <a:pt x="10781" y="5933"/>
                </a:lnTo>
                <a:cubicBezTo>
                  <a:pt x="10882" y="6037"/>
                  <a:pt x="11047" y="6037"/>
                  <a:pt x="11149" y="5933"/>
                </a:cubicBezTo>
                <a:cubicBezTo>
                  <a:pt x="11200" y="5881"/>
                  <a:pt x="11225" y="5813"/>
                  <a:pt x="11225" y="5744"/>
                </a:cubicBezTo>
                <a:cubicBezTo>
                  <a:pt x="11225" y="5676"/>
                  <a:pt x="11200" y="5608"/>
                  <a:pt x="11149" y="555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方正宝黑体 简 Medium" panose="02010600010101010101" charset="-122"/>
              <a:ea typeface="方正宝黑体 简 Medium" panose="02010600010101010101" charset="-122"/>
              <a:cs typeface="+mn-cs"/>
              <a:sym typeface="方正宝黑体 简 Medium" panose="02010600010101010101" charset="-122"/>
            </a:endParaRPr>
          </a:p>
        </p:txBody>
      </p:sp>
      <p:sp>
        <p:nvSpPr>
          <p:cNvPr id="27652" name="文本框 10"/>
          <p:cNvSpPr txBox="1"/>
          <p:nvPr/>
        </p:nvSpPr>
        <p:spPr>
          <a:xfrm>
            <a:off x="422275" y="273050"/>
            <a:ext cx="4767263" cy="5826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buNone/>
            </a:pPr>
            <a:r>
              <a:rPr lang="zh-CN" altLang="en-US" sz="3200" b="1" dirty="0">
                <a:solidFill>
                  <a:srgbClr val="526680"/>
                </a:solidFill>
                <a:latin typeface="方正宝黑体 简 Medium" panose="02010600010101010101" charset="-122"/>
              </a:rPr>
              <a:t>员工画像管理</a:t>
            </a:r>
            <a:endParaRPr lang="zh-CN" altLang="en-US" sz="3200" b="1" dirty="0">
              <a:solidFill>
                <a:srgbClr val="526680"/>
              </a:solidFill>
              <a:latin typeface="方正宝黑体 简 Medium" panose="02010600010101010101" charset="-122"/>
            </a:endParaRPr>
          </a:p>
        </p:txBody>
      </p:sp>
      <p:pic>
        <p:nvPicPr>
          <p:cNvPr id="27653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275" y="1516063"/>
            <a:ext cx="9969500" cy="4860925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iconfont-1014-459347"/>
          <p:cNvSpPr/>
          <p:nvPr/>
        </p:nvSpPr>
        <p:spPr>
          <a:xfrm>
            <a:off x="1212850" y="2074863"/>
            <a:ext cx="536575" cy="534988"/>
          </a:xfrm>
          <a:custGeom>
            <a:avLst/>
            <a:gdLst>
              <a:gd name="T0" fmla="*/ 11149 w 11225"/>
              <a:gd name="T1" fmla="*/ 5556 h 11201"/>
              <a:gd name="T2" fmla="*/ 8825 w 11225"/>
              <a:gd name="T3" fmla="*/ 3175 h 11201"/>
              <a:gd name="T4" fmla="*/ 7225 w 11225"/>
              <a:gd name="T5" fmla="*/ 1536 h 11201"/>
              <a:gd name="T6" fmla="*/ 5841 w 11225"/>
              <a:gd name="T7" fmla="*/ 118 h 11201"/>
              <a:gd name="T8" fmla="*/ 5816 w 11225"/>
              <a:gd name="T9" fmla="*/ 78 h 11201"/>
              <a:gd name="T10" fmla="*/ 5625 w 11225"/>
              <a:gd name="T11" fmla="*/ 2 h 11201"/>
              <a:gd name="T12" fmla="*/ 5434 w 11225"/>
              <a:gd name="T13" fmla="*/ 79 h 11201"/>
              <a:gd name="T14" fmla="*/ 5409 w 11225"/>
              <a:gd name="T15" fmla="*/ 118 h 11201"/>
              <a:gd name="T16" fmla="*/ 101 w 11225"/>
              <a:gd name="T17" fmla="*/ 5556 h 11201"/>
              <a:gd name="T18" fmla="*/ 101 w 11225"/>
              <a:gd name="T19" fmla="*/ 5933 h 11201"/>
              <a:gd name="T20" fmla="*/ 470 w 11225"/>
              <a:gd name="T21" fmla="*/ 5933 h 11201"/>
              <a:gd name="T22" fmla="*/ 1625 w 11225"/>
              <a:gd name="T23" fmla="*/ 4749 h 11201"/>
              <a:gd name="T24" fmla="*/ 1625 w 11225"/>
              <a:gd name="T25" fmla="*/ 10109 h 11201"/>
              <a:gd name="T26" fmla="*/ 2692 w 11225"/>
              <a:gd name="T27" fmla="*/ 11201 h 11201"/>
              <a:gd name="T28" fmla="*/ 4825 w 11225"/>
              <a:gd name="T29" fmla="*/ 11201 h 11201"/>
              <a:gd name="T30" fmla="*/ 4825 w 11225"/>
              <a:gd name="T31" fmla="*/ 10655 h 11201"/>
              <a:gd name="T32" fmla="*/ 4825 w 11225"/>
              <a:gd name="T33" fmla="*/ 10613 h 11201"/>
              <a:gd name="T34" fmla="*/ 4825 w 11225"/>
              <a:gd name="T35" fmla="*/ 8196 h 11201"/>
              <a:gd name="T36" fmla="*/ 6425 w 11225"/>
              <a:gd name="T37" fmla="*/ 8196 h 11201"/>
              <a:gd name="T38" fmla="*/ 6425 w 11225"/>
              <a:gd name="T39" fmla="*/ 10613 h 11201"/>
              <a:gd name="T40" fmla="*/ 6425 w 11225"/>
              <a:gd name="T41" fmla="*/ 10655 h 11201"/>
              <a:gd name="T42" fmla="*/ 6425 w 11225"/>
              <a:gd name="T43" fmla="*/ 11201 h 11201"/>
              <a:gd name="T44" fmla="*/ 8558 w 11225"/>
              <a:gd name="T45" fmla="*/ 11201 h 11201"/>
              <a:gd name="T46" fmla="*/ 9625 w 11225"/>
              <a:gd name="T47" fmla="*/ 10109 h 11201"/>
              <a:gd name="T48" fmla="*/ 9625 w 11225"/>
              <a:gd name="T49" fmla="*/ 5738 h 11201"/>
              <a:gd name="T50" fmla="*/ 9625 w 11225"/>
              <a:gd name="T51" fmla="*/ 4749 h 11201"/>
              <a:gd name="T52" fmla="*/ 10781 w 11225"/>
              <a:gd name="T53" fmla="*/ 5933 h 11201"/>
              <a:gd name="T54" fmla="*/ 11149 w 11225"/>
              <a:gd name="T55" fmla="*/ 5933 h 11201"/>
              <a:gd name="T56" fmla="*/ 11225 w 11225"/>
              <a:gd name="T57" fmla="*/ 5744 h 11201"/>
              <a:gd name="T58" fmla="*/ 11149 w 11225"/>
              <a:gd name="T59" fmla="*/ 5556 h 11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1225" h="11201">
                <a:moveTo>
                  <a:pt x="11149" y="5556"/>
                </a:moveTo>
                <a:lnTo>
                  <a:pt x="8825" y="3175"/>
                </a:lnTo>
                <a:lnTo>
                  <a:pt x="7225" y="1536"/>
                </a:lnTo>
                <a:lnTo>
                  <a:pt x="5841" y="118"/>
                </a:lnTo>
                <a:cubicBezTo>
                  <a:pt x="5832" y="105"/>
                  <a:pt x="5827" y="90"/>
                  <a:pt x="5816" y="78"/>
                </a:cubicBezTo>
                <a:cubicBezTo>
                  <a:pt x="5763" y="25"/>
                  <a:pt x="5694" y="0"/>
                  <a:pt x="5625" y="2"/>
                </a:cubicBezTo>
                <a:cubicBezTo>
                  <a:pt x="5556" y="0"/>
                  <a:pt x="5487" y="25"/>
                  <a:pt x="5434" y="79"/>
                </a:cubicBezTo>
                <a:cubicBezTo>
                  <a:pt x="5423" y="90"/>
                  <a:pt x="5418" y="105"/>
                  <a:pt x="5409" y="118"/>
                </a:cubicBezTo>
                <a:lnTo>
                  <a:pt x="101" y="5556"/>
                </a:lnTo>
                <a:cubicBezTo>
                  <a:pt x="0" y="5660"/>
                  <a:pt x="0" y="5829"/>
                  <a:pt x="101" y="5933"/>
                </a:cubicBezTo>
                <a:cubicBezTo>
                  <a:pt x="203" y="6037"/>
                  <a:pt x="368" y="6037"/>
                  <a:pt x="470" y="5933"/>
                </a:cubicBezTo>
                <a:lnTo>
                  <a:pt x="1625" y="4749"/>
                </a:lnTo>
                <a:lnTo>
                  <a:pt x="1625" y="10109"/>
                </a:lnTo>
                <a:cubicBezTo>
                  <a:pt x="1625" y="10712"/>
                  <a:pt x="2103" y="11201"/>
                  <a:pt x="2692" y="11201"/>
                </a:cubicBezTo>
                <a:lnTo>
                  <a:pt x="4825" y="11201"/>
                </a:lnTo>
                <a:lnTo>
                  <a:pt x="4825" y="10655"/>
                </a:lnTo>
                <a:lnTo>
                  <a:pt x="4825" y="10613"/>
                </a:lnTo>
                <a:lnTo>
                  <a:pt x="4825" y="8196"/>
                </a:lnTo>
                <a:lnTo>
                  <a:pt x="6425" y="8196"/>
                </a:lnTo>
                <a:lnTo>
                  <a:pt x="6425" y="10613"/>
                </a:lnTo>
                <a:lnTo>
                  <a:pt x="6425" y="10655"/>
                </a:lnTo>
                <a:lnTo>
                  <a:pt x="6425" y="11201"/>
                </a:lnTo>
                <a:lnTo>
                  <a:pt x="8558" y="11201"/>
                </a:lnTo>
                <a:cubicBezTo>
                  <a:pt x="9147" y="11201"/>
                  <a:pt x="9625" y="10712"/>
                  <a:pt x="9625" y="10109"/>
                </a:cubicBezTo>
                <a:lnTo>
                  <a:pt x="9625" y="5738"/>
                </a:lnTo>
                <a:lnTo>
                  <a:pt x="9625" y="4749"/>
                </a:lnTo>
                <a:lnTo>
                  <a:pt x="10781" y="5933"/>
                </a:lnTo>
                <a:cubicBezTo>
                  <a:pt x="10882" y="6037"/>
                  <a:pt x="11047" y="6037"/>
                  <a:pt x="11149" y="5933"/>
                </a:cubicBezTo>
                <a:cubicBezTo>
                  <a:pt x="11200" y="5881"/>
                  <a:pt x="11225" y="5813"/>
                  <a:pt x="11225" y="5744"/>
                </a:cubicBezTo>
                <a:cubicBezTo>
                  <a:pt x="11225" y="5676"/>
                  <a:pt x="11200" y="5608"/>
                  <a:pt x="11149" y="555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方正宝黑体 简 Medium" panose="02010600010101010101" charset="-122"/>
              <a:ea typeface="方正宝黑体 简 Medium" panose="02010600010101010101" charset="-122"/>
              <a:cs typeface="+mn-cs"/>
              <a:sym typeface="方正宝黑体 简 Medium" panose="02010600010101010101" charset="-122"/>
            </a:endParaRPr>
          </a:p>
        </p:txBody>
      </p:sp>
      <p:sp>
        <p:nvSpPr>
          <p:cNvPr id="29699" name="文本框 10"/>
          <p:cNvSpPr txBox="1"/>
          <p:nvPr/>
        </p:nvSpPr>
        <p:spPr>
          <a:xfrm>
            <a:off x="422275" y="273050"/>
            <a:ext cx="4767263" cy="5826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buNone/>
            </a:pPr>
            <a:r>
              <a:rPr lang="zh-CN" altLang="en-US" sz="3200" b="1" dirty="0">
                <a:solidFill>
                  <a:srgbClr val="526680"/>
                </a:solidFill>
                <a:latin typeface="方正宝黑体 简 Medium" panose="02010600010101010101" charset="-122"/>
              </a:rPr>
              <a:t>福利积分管理</a:t>
            </a:r>
            <a:endParaRPr lang="zh-CN" altLang="en-US" sz="3200" b="1" dirty="0">
              <a:solidFill>
                <a:srgbClr val="526680"/>
              </a:solidFill>
              <a:latin typeface="方正宝黑体 简 Medium" panose="02010600010101010101" charset="-122"/>
            </a:endParaRPr>
          </a:p>
        </p:txBody>
      </p:sp>
      <p:pic>
        <p:nvPicPr>
          <p:cNvPr id="29700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963" y="2165350"/>
            <a:ext cx="10518775" cy="3595688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5" name="矩形 4"/>
          <p:cNvSpPr/>
          <p:nvPr/>
        </p:nvSpPr>
        <p:spPr>
          <a:xfrm>
            <a:off x="996950" y="1050925"/>
            <a:ext cx="9823450" cy="82867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方正宝黑体 简 Medium" panose="02010600010101010101" charset="-122"/>
                <a:ea typeface="方正宝黑体 简 Medium" panose="02010600010101010101" charset="-122"/>
                <a:cs typeface="+mn-cs"/>
                <a:sym typeface="方正宝黑体 简 Medium" panose="02010600010101010101" charset="-122"/>
              </a:rPr>
              <a:t>新增积分系统，员工可通过完成工作量填报自动获取积分，获取积分数将与工作的质量评分与任务难度有关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方正宝黑体 简 Medium" panose="02010600010101010101" charset="-122"/>
              <a:ea typeface="方正宝黑体 简 Medium" panose="02010600010101010101" charset="-122"/>
              <a:cs typeface="+mn-cs"/>
              <a:sym typeface="方正宝黑体 简 Medium" panose="02010600010101010101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iconfont-1014-459347"/>
          <p:cNvSpPr/>
          <p:nvPr/>
        </p:nvSpPr>
        <p:spPr>
          <a:xfrm>
            <a:off x="1212850" y="2074863"/>
            <a:ext cx="536575" cy="534988"/>
          </a:xfrm>
          <a:custGeom>
            <a:avLst/>
            <a:gdLst>
              <a:gd name="T0" fmla="*/ 11149 w 11225"/>
              <a:gd name="T1" fmla="*/ 5556 h 11201"/>
              <a:gd name="T2" fmla="*/ 8825 w 11225"/>
              <a:gd name="T3" fmla="*/ 3175 h 11201"/>
              <a:gd name="T4" fmla="*/ 7225 w 11225"/>
              <a:gd name="T5" fmla="*/ 1536 h 11201"/>
              <a:gd name="T6" fmla="*/ 5841 w 11225"/>
              <a:gd name="T7" fmla="*/ 118 h 11201"/>
              <a:gd name="T8" fmla="*/ 5816 w 11225"/>
              <a:gd name="T9" fmla="*/ 78 h 11201"/>
              <a:gd name="T10" fmla="*/ 5625 w 11225"/>
              <a:gd name="T11" fmla="*/ 2 h 11201"/>
              <a:gd name="T12" fmla="*/ 5434 w 11225"/>
              <a:gd name="T13" fmla="*/ 79 h 11201"/>
              <a:gd name="T14" fmla="*/ 5409 w 11225"/>
              <a:gd name="T15" fmla="*/ 118 h 11201"/>
              <a:gd name="T16" fmla="*/ 101 w 11225"/>
              <a:gd name="T17" fmla="*/ 5556 h 11201"/>
              <a:gd name="T18" fmla="*/ 101 w 11225"/>
              <a:gd name="T19" fmla="*/ 5933 h 11201"/>
              <a:gd name="T20" fmla="*/ 470 w 11225"/>
              <a:gd name="T21" fmla="*/ 5933 h 11201"/>
              <a:gd name="T22" fmla="*/ 1625 w 11225"/>
              <a:gd name="T23" fmla="*/ 4749 h 11201"/>
              <a:gd name="T24" fmla="*/ 1625 w 11225"/>
              <a:gd name="T25" fmla="*/ 10109 h 11201"/>
              <a:gd name="T26" fmla="*/ 2692 w 11225"/>
              <a:gd name="T27" fmla="*/ 11201 h 11201"/>
              <a:gd name="T28" fmla="*/ 4825 w 11225"/>
              <a:gd name="T29" fmla="*/ 11201 h 11201"/>
              <a:gd name="T30" fmla="*/ 4825 w 11225"/>
              <a:gd name="T31" fmla="*/ 10655 h 11201"/>
              <a:gd name="T32" fmla="*/ 4825 w 11225"/>
              <a:gd name="T33" fmla="*/ 10613 h 11201"/>
              <a:gd name="T34" fmla="*/ 4825 w 11225"/>
              <a:gd name="T35" fmla="*/ 8196 h 11201"/>
              <a:gd name="T36" fmla="*/ 6425 w 11225"/>
              <a:gd name="T37" fmla="*/ 8196 h 11201"/>
              <a:gd name="T38" fmla="*/ 6425 w 11225"/>
              <a:gd name="T39" fmla="*/ 10613 h 11201"/>
              <a:gd name="T40" fmla="*/ 6425 w 11225"/>
              <a:gd name="T41" fmla="*/ 10655 h 11201"/>
              <a:gd name="T42" fmla="*/ 6425 w 11225"/>
              <a:gd name="T43" fmla="*/ 11201 h 11201"/>
              <a:gd name="T44" fmla="*/ 8558 w 11225"/>
              <a:gd name="T45" fmla="*/ 11201 h 11201"/>
              <a:gd name="T46" fmla="*/ 9625 w 11225"/>
              <a:gd name="T47" fmla="*/ 10109 h 11201"/>
              <a:gd name="T48" fmla="*/ 9625 w 11225"/>
              <a:gd name="T49" fmla="*/ 5738 h 11201"/>
              <a:gd name="T50" fmla="*/ 9625 w 11225"/>
              <a:gd name="T51" fmla="*/ 4749 h 11201"/>
              <a:gd name="T52" fmla="*/ 10781 w 11225"/>
              <a:gd name="T53" fmla="*/ 5933 h 11201"/>
              <a:gd name="T54" fmla="*/ 11149 w 11225"/>
              <a:gd name="T55" fmla="*/ 5933 h 11201"/>
              <a:gd name="T56" fmla="*/ 11225 w 11225"/>
              <a:gd name="T57" fmla="*/ 5744 h 11201"/>
              <a:gd name="T58" fmla="*/ 11149 w 11225"/>
              <a:gd name="T59" fmla="*/ 5556 h 11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1225" h="11201">
                <a:moveTo>
                  <a:pt x="11149" y="5556"/>
                </a:moveTo>
                <a:lnTo>
                  <a:pt x="8825" y="3175"/>
                </a:lnTo>
                <a:lnTo>
                  <a:pt x="7225" y="1536"/>
                </a:lnTo>
                <a:lnTo>
                  <a:pt x="5841" y="118"/>
                </a:lnTo>
                <a:cubicBezTo>
                  <a:pt x="5832" y="105"/>
                  <a:pt x="5827" y="90"/>
                  <a:pt x="5816" y="78"/>
                </a:cubicBezTo>
                <a:cubicBezTo>
                  <a:pt x="5763" y="25"/>
                  <a:pt x="5694" y="0"/>
                  <a:pt x="5625" y="2"/>
                </a:cubicBezTo>
                <a:cubicBezTo>
                  <a:pt x="5556" y="0"/>
                  <a:pt x="5487" y="25"/>
                  <a:pt x="5434" y="79"/>
                </a:cubicBezTo>
                <a:cubicBezTo>
                  <a:pt x="5423" y="90"/>
                  <a:pt x="5418" y="105"/>
                  <a:pt x="5409" y="118"/>
                </a:cubicBezTo>
                <a:lnTo>
                  <a:pt x="101" y="5556"/>
                </a:lnTo>
                <a:cubicBezTo>
                  <a:pt x="0" y="5660"/>
                  <a:pt x="0" y="5829"/>
                  <a:pt x="101" y="5933"/>
                </a:cubicBezTo>
                <a:cubicBezTo>
                  <a:pt x="203" y="6037"/>
                  <a:pt x="368" y="6037"/>
                  <a:pt x="470" y="5933"/>
                </a:cubicBezTo>
                <a:lnTo>
                  <a:pt x="1625" y="4749"/>
                </a:lnTo>
                <a:lnTo>
                  <a:pt x="1625" y="10109"/>
                </a:lnTo>
                <a:cubicBezTo>
                  <a:pt x="1625" y="10712"/>
                  <a:pt x="2103" y="11201"/>
                  <a:pt x="2692" y="11201"/>
                </a:cubicBezTo>
                <a:lnTo>
                  <a:pt x="4825" y="11201"/>
                </a:lnTo>
                <a:lnTo>
                  <a:pt x="4825" y="10655"/>
                </a:lnTo>
                <a:lnTo>
                  <a:pt x="4825" y="10613"/>
                </a:lnTo>
                <a:lnTo>
                  <a:pt x="4825" y="8196"/>
                </a:lnTo>
                <a:lnTo>
                  <a:pt x="6425" y="8196"/>
                </a:lnTo>
                <a:lnTo>
                  <a:pt x="6425" y="10613"/>
                </a:lnTo>
                <a:lnTo>
                  <a:pt x="6425" y="10655"/>
                </a:lnTo>
                <a:lnTo>
                  <a:pt x="6425" y="11201"/>
                </a:lnTo>
                <a:lnTo>
                  <a:pt x="8558" y="11201"/>
                </a:lnTo>
                <a:cubicBezTo>
                  <a:pt x="9147" y="11201"/>
                  <a:pt x="9625" y="10712"/>
                  <a:pt x="9625" y="10109"/>
                </a:cubicBezTo>
                <a:lnTo>
                  <a:pt x="9625" y="5738"/>
                </a:lnTo>
                <a:lnTo>
                  <a:pt x="9625" y="4749"/>
                </a:lnTo>
                <a:lnTo>
                  <a:pt x="10781" y="5933"/>
                </a:lnTo>
                <a:cubicBezTo>
                  <a:pt x="10882" y="6037"/>
                  <a:pt x="11047" y="6037"/>
                  <a:pt x="11149" y="5933"/>
                </a:cubicBezTo>
                <a:cubicBezTo>
                  <a:pt x="11200" y="5881"/>
                  <a:pt x="11225" y="5813"/>
                  <a:pt x="11225" y="5744"/>
                </a:cubicBezTo>
                <a:cubicBezTo>
                  <a:pt x="11225" y="5676"/>
                  <a:pt x="11200" y="5608"/>
                  <a:pt x="11149" y="555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方正宝黑体 简 Medium" panose="02010600010101010101" charset="-122"/>
              <a:ea typeface="方正宝黑体 简 Medium" panose="02010600010101010101" charset="-122"/>
              <a:cs typeface="+mn-cs"/>
              <a:sym typeface="方正宝黑体 简 Medium" panose="02010600010101010101" charset="-122"/>
            </a:endParaRPr>
          </a:p>
        </p:txBody>
      </p:sp>
      <p:sp>
        <p:nvSpPr>
          <p:cNvPr id="31747" name="文本框 10"/>
          <p:cNvSpPr txBox="1"/>
          <p:nvPr/>
        </p:nvSpPr>
        <p:spPr>
          <a:xfrm>
            <a:off x="422275" y="273050"/>
            <a:ext cx="4767263" cy="5826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buNone/>
            </a:pPr>
            <a:r>
              <a:rPr lang="zh-CN" altLang="en-US" sz="3200" b="1" dirty="0">
                <a:solidFill>
                  <a:srgbClr val="526680"/>
                </a:solidFill>
                <a:latin typeface="方正宝黑体 简 Medium" panose="02010600010101010101" charset="-122"/>
              </a:rPr>
              <a:t>福利积分管理</a:t>
            </a:r>
            <a:endParaRPr lang="zh-CN" altLang="en-US" sz="3200" b="1" dirty="0">
              <a:solidFill>
                <a:srgbClr val="526680"/>
              </a:solidFill>
              <a:latin typeface="方正宝黑体 简 Medium" panose="02010600010101010101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996950" y="1050925"/>
            <a:ext cx="9823450" cy="82867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方正宝黑体 简 Medium" panose="02010600010101010101" charset="-122"/>
                <a:ea typeface="方正宝黑体 简 Medium" panose="02010600010101010101" charset="-122"/>
                <a:cs typeface="+mn-cs"/>
                <a:sym typeface="方正宝黑体 简 Medium" panose="02010600010101010101" charset="-122"/>
              </a:rPr>
              <a:t>积分排行榜与积分分布实时展示各员工的积分数与占比，提高员工工作积极性与工作效率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方正宝黑体 简 Medium" panose="02010600010101010101" charset="-122"/>
              <a:ea typeface="方正宝黑体 简 Medium" panose="02010600010101010101" charset="-122"/>
              <a:cs typeface="+mn-cs"/>
              <a:sym typeface="方正宝黑体 简 Medium" panose="02010600010101010101" charset="-122"/>
            </a:endParaRPr>
          </a:p>
        </p:txBody>
      </p:sp>
      <p:pic>
        <p:nvPicPr>
          <p:cNvPr id="31749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950" y="2130425"/>
            <a:ext cx="4397375" cy="3973513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</p:pic>
      <p:pic>
        <p:nvPicPr>
          <p:cNvPr id="31750" name="图片 2"/>
          <p:cNvPicPr>
            <a:picLocks noChangeAspect="1"/>
          </p:cNvPicPr>
          <p:nvPr/>
        </p:nvPicPr>
        <p:blipFill>
          <a:blip r:embed="rId2"/>
          <a:srcRect b="10960"/>
          <a:stretch>
            <a:fillRect/>
          </a:stretch>
        </p:blipFill>
        <p:spPr>
          <a:xfrm>
            <a:off x="7283450" y="1930400"/>
            <a:ext cx="3297238" cy="4173538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iconfont-1014-459347"/>
          <p:cNvSpPr/>
          <p:nvPr/>
        </p:nvSpPr>
        <p:spPr>
          <a:xfrm>
            <a:off x="1212850" y="2074863"/>
            <a:ext cx="536575" cy="534988"/>
          </a:xfrm>
          <a:custGeom>
            <a:avLst/>
            <a:gdLst>
              <a:gd name="T0" fmla="*/ 11149 w 11225"/>
              <a:gd name="T1" fmla="*/ 5556 h 11201"/>
              <a:gd name="T2" fmla="*/ 8825 w 11225"/>
              <a:gd name="T3" fmla="*/ 3175 h 11201"/>
              <a:gd name="T4" fmla="*/ 7225 w 11225"/>
              <a:gd name="T5" fmla="*/ 1536 h 11201"/>
              <a:gd name="T6" fmla="*/ 5841 w 11225"/>
              <a:gd name="T7" fmla="*/ 118 h 11201"/>
              <a:gd name="T8" fmla="*/ 5816 w 11225"/>
              <a:gd name="T9" fmla="*/ 78 h 11201"/>
              <a:gd name="T10" fmla="*/ 5625 w 11225"/>
              <a:gd name="T11" fmla="*/ 2 h 11201"/>
              <a:gd name="T12" fmla="*/ 5434 w 11225"/>
              <a:gd name="T13" fmla="*/ 79 h 11201"/>
              <a:gd name="T14" fmla="*/ 5409 w 11225"/>
              <a:gd name="T15" fmla="*/ 118 h 11201"/>
              <a:gd name="T16" fmla="*/ 101 w 11225"/>
              <a:gd name="T17" fmla="*/ 5556 h 11201"/>
              <a:gd name="T18" fmla="*/ 101 w 11225"/>
              <a:gd name="T19" fmla="*/ 5933 h 11201"/>
              <a:gd name="T20" fmla="*/ 470 w 11225"/>
              <a:gd name="T21" fmla="*/ 5933 h 11201"/>
              <a:gd name="T22" fmla="*/ 1625 w 11225"/>
              <a:gd name="T23" fmla="*/ 4749 h 11201"/>
              <a:gd name="T24" fmla="*/ 1625 w 11225"/>
              <a:gd name="T25" fmla="*/ 10109 h 11201"/>
              <a:gd name="T26" fmla="*/ 2692 w 11225"/>
              <a:gd name="T27" fmla="*/ 11201 h 11201"/>
              <a:gd name="T28" fmla="*/ 4825 w 11225"/>
              <a:gd name="T29" fmla="*/ 11201 h 11201"/>
              <a:gd name="T30" fmla="*/ 4825 w 11225"/>
              <a:gd name="T31" fmla="*/ 10655 h 11201"/>
              <a:gd name="T32" fmla="*/ 4825 w 11225"/>
              <a:gd name="T33" fmla="*/ 10613 h 11201"/>
              <a:gd name="T34" fmla="*/ 4825 w 11225"/>
              <a:gd name="T35" fmla="*/ 8196 h 11201"/>
              <a:gd name="T36" fmla="*/ 6425 w 11225"/>
              <a:gd name="T37" fmla="*/ 8196 h 11201"/>
              <a:gd name="T38" fmla="*/ 6425 w 11225"/>
              <a:gd name="T39" fmla="*/ 10613 h 11201"/>
              <a:gd name="T40" fmla="*/ 6425 w 11225"/>
              <a:gd name="T41" fmla="*/ 10655 h 11201"/>
              <a:gd name="T42" fmla="*/ 6425 w 11225"/>
              <a:gd name="T43" fmla="*/ 11201 h 11201"/>
              <a:gd name="T44" fmla="*/ 8558 w 11225"/>
              <a:gd name="T45" fmla="*/ 11201 h 11201"/>
              <a:gd name="T46" fmla="*/ 9625 w 11225"/>
              <a:gd name="T47" fmla="*/ 10109 h 11201"/>
              <a:gd name="T48" fmla="*/ 9625 w 11225"/>
              <a:gd name="T49" fmla="*/ 5738 h 11201"/>
              <a:gd name="T50" fmla="*/ 9625 w 11225"/>
              <a:gd name="T51" fmla="*/ 4749 h 11201"/>
              <a:gd name="T52" fmla="*/ 10781 w 11225"/>
              <a:gd name="T53" fmla="*/ 5933 h 11201"/>
              <a:gd name="T54" fmla="*/ 11149 w 11225"/>
              <a:gd name="T55" fmla="*/ 5933 h 11201"/>
              <a:gd name="T56" fmla="*/ 11225 w 11225"/>
              <a:gd name="T57" fmla="*/ 5744 h 11201"/>
              <a:gd name="T58" fmla="*/ 11149 w 11225"/>
              <a:gd name="T59" fmla="*/ 5556 h 11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1225" h="11201">
                <a:moveTo>
                  <a:pt x="11149" y="5556"/>
                </a:moveTo>
                <a:lnTo>
                  <a:pt x="8825" y="3175"/>
                </a:lnTo>
                <a:lnTo>
                  <a:pt x="7225" y="1536"/>
                </a:lnTo>
                <a:lnTo>
                  <a:pt x="5841" y="118"/>
                </a:lnTo>
                <a:cubicBezTo>
                  <a:pt x="5832" y="105"/>
                  <a:pt x="5827" y="90"/>
                  <a:pt x="5816" y="78"/>
                </a:cubicBezTo>
                <a:cubicBezTo>
                  <a:pt x="5763" y="25"/>
                  <a:pt x="5694" y="0"/>
                  <a:pt x="5625" y="2"/>
                </a:cubicBezTo>
                <a:cubicBezTo>
                  <a:pt x="5556" y="0"/>
                  <a:pt x="5487" y="25"/>
                  <a:pt x="5434" y="79"/>
                </a:cubicBezTo>
                <a:cubicBezTo>
                  <a:pt x="5423" y="90"/>
                  <a:pt x="5418" y="105"/>
                  <a:pt x="5409" y="118"/>
                </a:cubicBezTo>
                <a:lnTo>
                  <a:pt x="101" y="5556"/>
                </a:lnTo>
                <a:cubicBezTo>
                  <a:pt x="0" y="5660"/>
                  <a:pt x="0" y="5829"/>
                  <a:pt x="101" y="5933"/>
                </a:cubicBezTo>
                <a:cubicBezTo>
                  <a:pt x="203" y="6037"/>
                  <a:pt x="368" y="6037"/>
                  <a:pt x="470" y="5933"/>
                </a:cubicBezTo>
                <a:lnTo>
                  <a:pt x="1625" y="4749"/>
                </a:lnTo>
                <a:lnTo>
                  <a:pt x="1625" y="10109"/>
                </a:lnTo>
                <a:cubicBezTo>
                  <a:pt x="1625" y="10712"/>
                  <a:pt x="2103" y="11201"/>
                  <a:pt x="2692" y="11201"/>
                </a:cubicBezTo>
                <a:lnTo>
                  <a:pt x="4825" y="11201"/>
                </a:lnTo>
                <a:lnTo>
                  <a:pt x="4825" y="10655"/>
                </a:lnTo>
                <a:lnTo>
                  <a:pt x="4825" y="10613"/>
                </a:lnTo>
                <a:lnTo>
                  <a:pt x="4825" y="8196"/>
                </a:lnTo>
                <a:lnTo>
                  <a:pt x="6425" y="8196"/>
                </a:lnTo>
                <a:lnTo>
                  <a:pt x="6425" y="10613"/>
                </a:lnTo>
                <a:lnTo>
                  <a:pt x="6425" y="10655"/>
                </a:lnTo>
                <a:lnTo>
                  <a:pt x="6425" y="11201"/>
                </a:lnTo>
                <a:lnTo>
                  <a:pt x="8558" y="11201"/>
                </a:lnTo>
                <a:cubicBezTo>
                  <a:pt x="9147" y="11201"/>
                  <a:pt x="9625" y="10712"/>
                  <a:pt x="9625" y="10109"/>
                </a:cubicBezTo>
                <a:lnTo>
                  <a:pt x="9625" y="5738"/>
                </a:lnTo>
                <a:lnTo>
                  <a:pt x="9625" y="4749"/>
                </a:lnTo>
                <a:lnTo>
                  <a:pt x="10781" y="5933"/>
                </a:lnTo>
                <a:cubicBezTo>
                  <a:pt x="10882" y="6037"/>
                  <a:pt x="11047" y="6037"/>
                  <a:pt x="11149" y="5933"/>
                </a:cubicBezTo>
                <a:cubicBezTo>
                  <a:pt x="11200" y="5881"/>
                  <a:pt x="11225" y="5813"/>
                  <a:pt x="11225" y="5744"/>
                </a:cubicBezTo>
                <a:cubicBezTo>
                  <a:pt x="11225" y="5676"/>
                  <a:pt x="11200" y="5608"/>
                  <a:pt x="11149" y="555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方正宝黑体 简 Medium" panose="02010600010101010101" charset="-122"/>
              <a:ea typeface="方正宝黑体 简 Medium" panose="02010600010101010101" charset="-122"/>
              <a:cs typeface="+mn-cs"/>
              <a:sym typeface="方正宝黑体 简 Medium" panose="02010600010101010101" charset="-122"/>
            </a:endParaRPr>
          </a:p>
        </p:txBody>
      </p:sp>
      <p:sp>
        <p:nvSpPr>
          <p:cNvPr id="33795" name="文本框 10"/>
          <p:cNvSpPr txBox="1"/>
          <p:nvPr/>
        </p:nvSpPr>
        <p:spPr>
          <a:xfrm>
            <a:off x="422275" y="273050"/>
            <a:ext cx="4767263" cy="5826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buNone/>
            </a:pPr>
            <a:r>
              <a:rPr lang="zh-CN" altLang="en-US" sz="3200" b="1" dirty="0">
                <a:solidFill>
                  <a:srgbClr val="526680"/>
                </a:solidFill>
                <a:latin typeface="方正宝黑体 简 Medium" panose="02010600010101010101" charset="-122"/>
              </a:rPr>
              <a:t>福利积分管理</a:t>
            </a:r>
            <a:endParaRPr lang="zh-CN" altLang="en-US" sz="3200" b="1" dirty="0">
              <a:solidFill>
                <a:srgbClr val="526680"/>
              </a:solidFill>
              <a:latin typeface="方正宝黑体 简 Medium" panose="02010600010101010101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996950" y="1216025"/>
            <a:ext cx="2225675" cy="4783138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方正宝黑体 简 Medium" panose="02010600010101010101" charset="-122"/>
                <a:ea typeface="方正宝黑体 简 Medium" panose="02010600010101010101" charset="-122"/>
                <a:cs typeface="+mn-cs"/>
                <a:sym typeface="方正宝黑体 简 Medium" panose="02010600010101010101" charset="-122"/>
              </a:rPr>
              <a:t>积分兑换中心为员工提供积分使用场地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方正宝黑体 简 Medium" panose="02010600010101010101" charset="-122"/>
              <a:ea typeface="方正宝黑体 简 Medium" panose="02010600010101010101" charset="-122"/>
              <a:cs typeface="+mn-cs"/>
              <a:sym typeface="方正宝黑体 简 Medium" panose="02010600010101010101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方正宝黑体 简 Medium" panose="02010600010101010101" charset="-122"/>
                <a:ea typeface="方正宝黑体 简 Medium" panose="02010600010101010101" charset="-122"/>
                <a:cs typeface="+mn-cs"/>
                <a:sym typeface="方正宝黑体 简 Medium" panose="02010600010101010101" charset="-122"/>
              </a:rPr>
              <a:t>多种奖励包括但不限于电脑、课程、耳机等，甚至还有带薪假期可供兑换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方正宝黑体 简 Medium" panose="02010600010101010101" charset="-122"/>
              <a:ea typeface="方正宝黑体 简 Medium" panose="02010600010101010101" charset="-122"/>
              <a:cs typeface="+mn-cs"/>
              <a:sym typeface="方正宝黑体 简 Medium" panose="02010600010101010101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方正宝黑体 简 Medium" panose="02010600010101010101" charset="-122"/>
                <a:ea typeface="方正宝黑体 简 Medium" panose="02010600010101010101" charset="-122"/>
                <a:cs typeface="+mn-cs"/>
                <a:sym typeface="方正宝黑体 简 Medium" panose="02010600010101010101" charset="-122"/>
              </a:rPr>
              <a:t>想要带薪休假吗？小伙子，那就努力工作吧！！！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方正宝黑体 简 Medium" panose="02010600010101010101" charset="-122"/>
              <a:ea typeface="方正宝黑体 简 Medium" panose="02010600010101010101" charset="-122"/>
              <a:cs typeface="+mn-cs"/>
              <a:sym typeface="方正宝黑体 简 Medium" panose="02010600010101010101" charset="-122"/>
            </a:endParaRPr>
          </a:p>
        </p:txBody>
      </p:sp>
      <p:pic>
        <p:nvPicPr>
          <p:cNvPr id="33797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51263" y="857250"/>
            <a:ext cx="7307262" cy="5500688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iconfont-1014-459347"/>
          <p:cNvSpPr/>
          <p:nvPr/>
        </p:nvSpPr>
        <p:spPr>
          <a:xfrm>
            <a:off x="1212850" y="2074863"/>
            <a:ext cx="536575" cy="534988"/>
          </a:xfrm>
          <a:custGeom>
            <a:avLst/>
            <a:gdLst>
              <a:gd name="T0" fmla="*/ 11149 w 11225"/>
              <a:gd name="T1" fmla="*/ 5556 h 11201"/>
              <a:gd name="T2" fmla="*/ 8825 w 11225"/>
              <a:gd name="T3" fmla="*/ 3175 h 11201"/>
              <a:gd name="T4" fmla="*/ 7225 w 11225"/>
              <a:gd name="T5" fmla="*/ 1536 h 11201"/>
              <a:gd name="T6" fmla="*/ 5841 w 11225"/>
              <a:gd name="T7" fmla="*/ 118 h 11201"/>
              <a:gd name="T8" fmla="*/ 5816 w 11225"/>
              <a:gd name="T9" fmla="*/ 78 h 11201"/>
              <a:gd name="T10" fmla="*/ 5625 w 11225"/>
              <a:gd name="T11" fmla="*/ 2 h 11201"/>
              <a:gd name="T12" fmla="*/ 5434 w 11225"/>
              <a:gd name="T13" fmla="*/ 79 h 11201"/>
              <a:gd name="T14" fmla="*/ 5409 w 11225"/>
              <a:gd name="T15" fmla="*/ 118 h 11201"/>
              <a:gd name="T16" fmla="*/ 101 w 11225"/>
              <a:gd name="T17" fmla="*/ 5556 h 11201"/>
              <a:gd name="T18" fmla="*/ 101 w 11225"/>
              <a:gd name="T19" fmla="*/ 5933 h 11201"/>
              <a:gd name="T20" fmla="*/ 470 w 11225"/>
              <a:gd name="T21" fmla="*/ 5933 h 11201"/>
              <a:gd name="T22" fmla="*/ 1625 w 11225"/>
              <a:gd name="T23" fmla="*/ 4749 h 11201"/>
              <a:gd name="T24" fmla="*/ 1625 w 11225"/>
              <a:gd name="T25" fmla="*/ 10109 h 11201"/>
              <a:gd name="T26" fmla="*/ 2692 w 11225"/>
              <a:gd name="T27" fmla="*/ 11201 h 11201"/>
              <a:gd name="T28" fmla="*/ 4825 w 11225"/>
              <a:gd name="T29" fmla="*/ 11201 h 11201"/>
              <a:gd name="T30" fmla="*/ 4825 w 11225"/>
              <a:gd name="T31" fmla="*/ 10655 h 11201"/>
              <a:gd name="T32" fmla="*/ 4825 w 11225"/>
              <a:gd name="T33" fmla="*/ 10613 h 11201"/>
              <a:gd name="T34" fmla="*/ 4825 w 11225"/>
              <a:gd name="T35" fmla="*/ 8196 h 11201"/>
              <a:gd name="T36" fmla="*/ 6425 w 11225"/>
              <a:gd name="T37" fmla="*/ 8196 h 11201"/>
              <a:gd name="T38" fmla="*/ 6425 w 11225"/>
              <a:gd name="T39" fmla="*/ 10613 h 11201"/>
              <a:gd name="T40" fmla="*/ 6425 w 11225"/>
              <a:gd name="T41" fmla="*/ 10655 h 11201"/>
              <a:gd name="T42" fmla="*/ 6425 w 11225"/>
              <a:gd name="T43" fmla="*/ 11201 h 11201"/>
              <a:gd name="T44" fmla="*/ 8558 w 11225"/>
              <a:gd name="T45" fmla="*/ 11201 h 11201"/>
              <a:gd name="T46" fmla="*/ 9625 w 11225"/>
              <a:gd name="T47" fmla="*/ 10109 h 11201"/>
              <a:gd name="T48" fmla="*/ 9625 w 11225"/>
              <a:gd name="T49" fmla="*/ 5738 h 11201"/>
              <a:gd name="T50" fmla="*/ 9625 w 11225"/>
              <a:gd name="T51" fmla="*/ 4749 h 11201"/>
              <a:gd name="T52" fmla="*/ 10781 w 11225"/>
              <a:gd name="T53" fmla="*/ 5933 h 11201"/>
              <a:gd name="T54" fmla="*/ 11149 w 11225"/>
              <a:gd name="T55" fmla="*/ 5933 h 11201"/>
              <a:gd name="T56" fmla="*/ 11225 w 11225"/>
              <a:gd name="T57" fmla="*/ 5744 h 11201"/>
              <a:gd name="T58" fmla="*/ 11149 w 11225"/>
              <a:gd name="T59" fmla="*/ 5556 h 11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1225" h="11201">
                <a:moveTo>
                  <a:pt x="11149" y="5556"/>
                </a:moveTo>
                <a:lnTo>
                  <a:pt x="8825" y="3175"/>
                </a:lnTo>
                <a:lnTo>
                  <a:pt x="7225" y="1536"/>
                </a:lnTo>
                <a:lnTo>
                  <a:pt x="5841" y="118"/>
                </a:lnTo>
                <a:cubicBezTo>
                  <a:pt x="5832" y="105"/>
                  <a:pt x="5827" y="90"/>
                  <a:pt x="5816" y="78"/>
                </a:cubicBezTo>
                <a:cubicBezTo>
                  <a:pt x="5763" y="25"/>
                  <a:pt x="5694" y="0"/>
                  <a:pt x="5625" y="2"/>
                </a:cubicBezTo>
                <a:cubicBezTo>
                  <a:pt x="5556" y="0"/>
                  <a:pt x="5487" y="25"/>
                  <a:pt x="5434" y="79"/>
                </a:cubicBezTo>
                <a:cubicBezTo>
                  <a:pt x="5423" y="90"/>
                  <a:pt x="5418" y="105"/>
                  <a:pt x="5409" y="118"/>
                </a:cubicBezTo>
                <a:lnTo>
                  <a:pt x="101" y="5556"/>
                </a:lnTo>
                <a:cubicBezTo>
                  <a:pt x="0" y="5660"/>
                  <a:pt x="0" y="5829"/>
                  <a:pt x="101" y="5933"/>
                </a:cubicBezTo>
                <a:cubicBezTo>
                  <a:pt x="203" y="6037"/>
                  <a:pt x="368" y="6037"/>
                  <a:pt x="470" y="5933"/>
                </a:cubicBezTo>
                <a:lnTo>
                  <a:pt x="1625" y="4749"/>
                </a:lnTo>
                <a:lnTo>
                  <a:pt x="1625" y="10109"/>
                </a:lnTo>
                <a:cubicBezTo>
                  <a:pt x="1625" y="10712"/>
                  <a:pt x="2103" y="11201"/>
                  <a:pt x="2692" y="11201"/>
                </a:cubicBezTo>
                <a:lnTo>
                  <a:pt x="4825" y="11201"/>
                </a:lnTo>
                <a:lnTo>
                  <a:pt x="4825" y="10655"/>
                </a:lnTo>
                <a:lnTo>
                  <a:pt x="4825" y="10613"/>
                </a:lnTo>
                <a:lnTo>
                  <a:pt x="4825" y="8196"/>
                </a:lnTo>
                <a:lnTo>
                  <a:pt x="6425" y="8196"/>
                </a:lnTo>
                <a:lnTo>
                  <a:pt x="6425" y="10613"/>
                </a:lnTo>
                <a:lnTo>
                  <a:pt x="6425" y="10655"/>
                </a:lnTo>
                <a:lnTo>
                  <a:pt x="6425" y="11201"/>
                </a:lnTo>
                <a:lnTo>
                  <a:pt x="8558" y="11201"/>
                </a:lnTo>
                <a:cubicBezTo>
                  <a:pt x="9147" y="11201"/>
                  <a:pt x="9625" y="10712"/>
                  <a:pt x="9625" y="10109"/>
                </a:cubicBezTo>
                <a:lnTo>
                  <a:pt x="9625" y="5738"/>
                </a:lnTo>
                <a:lnTo>
                  <a:pt x="9625" y="4749"/>
                </a:lnTo>
                <a:lnTo>
                  <a:pt x="10781" y="5933"/>
                </a:lnTo>
                <a:cubicBezTo>
                  <a:pt x="10882" y="6037"/>
                  <a:pt x="11047" y="6037"/>
                  <a:pt x="11149" y="5933"/>
                </a:cubicBezTo>
                <a:cubicBezTo>
                  <a:pt x="11200" y="5881"/>
                  <a:pt x="11225" y="5813"/>
                  <a:pt x="11225" y="5744"/>
                </a:cubicBezTo>
                <a:cubicBezTo>
                  <a:pt x="11225" y="5676"/>
                  <a:pt x="11200" y="5608"/>
                  <a:pt x="11149" y="555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方正宝黑体 简 Medium" panose="02010600010101010101" charset="-122"/>
              <a:ea typeface="方正宝黑体 简 Medium" panose="02010600010101010101" charset="-122"/>
              <a:cs typeface="+mn-cs"/>
              <a:sym typeface="方正宝黑体 简 Medium" panose="02010600010101010101" charset="-122"/>
            </a:endParaRPr>
          </a:p>
        </p:txBody>
      </p:sp>
      <p:sp>
        <p:nvSpPr>
          <p:cNvPr id="35843" name="文本框 10"/>
          <p:cNvSpPr txBox="1"/>
          <p:nvPr/>
        </p:nvSpPr>
        <p:spPr>
          <a:xfrm>
            <a:off x="422275" y="273050"/>
            <a:ext cx="4767263" cy="5826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buNone/>
            </a:pPr>
            <a:r>
              <a:rPr lang="zh-CN" altLang="en-US" sz="3200" b="1" dirty="0">
                <a:solidFill>
                  <a:srgbClr val="526680"/>
                </a:solidFill>
                <a:latin typeface="方正宝黑体 简 Medium" panose="02010600010101010101" charset="-122"/>
              </a:rPr>
              <a:t>工作量管理</a:t>
            </a:r>
            <a:endParaRPr lang="zh-CN" altLang="en-US" sz="3200" b="1" dirty="0">
              <a:solidFill>
                <a:srgbClr val="526680"/>
              </a:solidFill>
              <a:latin typeface="方正宝黑体 简 Medium" panose="02010600010101010101" charset="-122"/>
            </a:endParaRPr>
          </a:p>
        </p:txBody>
      </p:sp>
      <p:sp>
        <p:nvSpPr>
          <p:cNvPr id="35844" name="矩形 4"/>
          <p:cNvSpPr/>
          <p:nvPr/>
        </p:nvSpPr>
        <p:spPr>
          <a:xfrm>
            <a:off x="4929188" y="4735513"/>
            <a:ext cx="5710237" cy="1258887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方正宝黑体 简 Medium" panose="02010600010101010101" charset="-122"/>
                <a:ea typeface="方正宝黑体 简 Medium" panose="02010600010101010101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方正宝黑体 简 Medium" panose="02010600010101010101" charset="-122"/>
                <a:ea typeface="方正宝黑体 简 Medium" panose="02010600010101010101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方正宝黑体 简 Medium" panose="02010600010101010101" charset="-122"/>
                <a:ea typeface="方正宝黑体 简 Medium" panose="02010600010101010101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方正宝黑体 简 Medium" panose="02010600010101010101" charset="-122"/>
                <a:ea typeface="方正宝黑体 简 Medium" panose="02010600010101010101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方正宝黑体 简 Medium" panose="02010600010101010101" charset="-122"/>
                <a:ea typeface="方正宝黑体 简 Medium" panose="02010600010101010101" charset="-122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6E84A2"/>
                </a:solidFill>
                <a:sym typeface="方正宝黑体 简 Medium" panose="02010600010101010101" charset="-122"/>
              </a:rPr>
              <a:t>项目管理新增项目绩效展示，可查看每个项目的员工参与情况以及工作内容，</a:t>
            </a:r>
            <a:r>
              <a:rPr lang="en-US" altLang="zh-CN" sz="2400" dirty="0">
                <a:solidFill>
                  <a:srgbClr val="6E84A2"/>
                </a:solidFill>
                <a:sym typeface="方正宝黑体 简 Medium" panose="02010600010101010101" charset="-122"/>
              </a:rPr>
              <a:t>ECI</a:t>
            </a:r>
            <a:r>
              <a:rPr lang="zh-CN" altLang="en-US" sz="2400" dirty="0">
                <a:solidFill>
                  <a:srgbClr val="6E84A2"/>
                </a:solidFill>
                <a:sym typeface="方正宝黑体 简 Medium" panose="02010600010101010101" charset="-122"/>
              </a:rPr>
              <a:t>排行让优秀员工更显眼</a:t>
            </a:r>
            <a:endParaRPr lang="zh-CN" altLang="en-US" sz="2400" dirty="0">
              <a:solidFill>
                <a:srgbClr val="6E84A2"/>
              </a:solidFill>
              <a:sym typeface="方正宝黑体 简 Medium" panose="02010600010101010101" charset="-122"/>
            </a:endParaRPr>
          </a:p>
        </p:txBody>
      </p:sp>
      <p:pic>
        <p:nvPicPr>
          <p:cNvPr id="35845" name="图片 1"/>
          <p:cNvPicPr>
            <a:picLocks noChangeAspect="1"/>
          </p:cNvPicPr>
          <p:nvPr/>
        </p:nvPicPr>
        <p:blipFill>
          <a:blip r:embed="rId1"/>
          <a:srcRect l="2655" t="5206"/>
          <a:stretch>
            <a:fillRect/>
          </a:stretch>
        </p:blipFill>
        <p:spPr>
          <a:xfrm>
            <a:off x="4768850" y="1017588"/>
            <a:ext cx="6029325" cy="3122612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</p:pic>
      <p:pic>
        <p:nvPicPr>
          <p:cNvPr id="3584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563" y="2266950"/>
            <a:ext cx="3597275" cy="42672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35847" name="矩形 8"/>
          <p:cNvSpPr/>
          <p:nvPr/>
        </p:nvSpPr>
        <p:spPr>
          <a:xfrm>
            <a:off x="1069975" y="1017588"/>
            <a:ext cx="3471863" cy="9969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方正宝黑体 简 Medium" panose="02010600010101010101" charset="-122"/>
                <a:ea typeface="方正宝黑体 简 Medium" panose="02010600010101010101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方正宝黑体 简 Medium" panose="02010600010101010101" charset="-122"/>
                <a:ea typeface="方正宝黑体 简 Medium" panose="02010600010101010101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方正宝黑体 简 Medium" panose="02010600010101010101" charset="-122"/>
                <a:ea typeface="方正宝黑体 简 Medium" panose="02010600010101010101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方正宝黑体 简 Medium" panose="02010600010101010101" charset="-122"/>
                <a:ea typeface="方正宝黑体 简 Medium" panose="02010600010101010101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方正宝黑体 简 Medium" panose="02010600010101010101" charset="-122"/>
                <a:ea typeface="方正宝黑体 简 Medium" panose="02010600010101010101" charset="-122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 dirty="0">
                <a:solidFill>
                  <a:srgbClr val="6E84A2"/>
                </a:solidFill>
                <a:sym typeface="方正宝黑体 简 Medium" panose="02010600010101010101" charset="-122"/>
              </a:rPr>
              <a:t>新增项目需填报预算工时、所需技能、最大人数，便于挑选合适员工参与工作</a:t>
            </a:r>
            <a:endParaRPr lang="zh-CN" altLang="en-US" sz="1800" dirty="0">
              <a:solidFill>
                <a:srgbClr val="6E84A2"/>
              </a:solidFill>
              <a:sym typeface="方正宝黑体 简 Medium" panose="02010600010101010101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iconfont-1014-459347"/>
          <p:cNvSpPr/>
          <p:nvPr/>
        </p:nvSpPr>
        <p:spPr>
          <a:xfrm>
            <a:off x="1212850" y="2074863"/>
            <a:ext cx="536575" cy="534988"/>
          </a:xfrm>
          <a:custGeom>
            <a:avLst/>
            <a:gdLst>
              <a:gd name="T0" fmla="*/ 11149 w 11225"/>
              <a:gd name="T1" fmla="*/ 5556 h 11201"/>
              <a:gd name="T2" fmla="*/ 8825 w 11225"/>
              <a:gd name="T3" fmla="*/ 3175 h 11201"/>
              <a:gd name="T4" fmla="*/ 7225 w 11225"/>
              <a:gd name="T5" fmla="*/ 1536 h 11201"/>
              <a:gd name="T6" fmla="*/ 5841 w 11225"/>
              <a:gd name="T7" fmla="*/ 118 h 11201"/>
              <a:gd name="T8" fmla="*/ 5816 w 11225"/>
              <a:gd name="T9" fmla="*/ 78 h 11201"/>
              <a:gd name="T10" fmla="*/ 5625 w 11225"/>
              <a:gd name="T11" fmla="*/ 2 h 11201"/>
              <a:gd name="T12" fmla="*/ 5434 w 11225"/>
              <a:gd name="T13" fmla="*/ 79 h 11201"/>
              <a:gd name="T14" fmla="*/ 5409 w 11225"/>
              <a:gd name="T15" fmla="*/ 118 h 11201"/>
              <a:gd name="T16" fmla="*/ 101 w 11225"/>
              <a:gd name="T17" fmla="*/ 5556 h 11201"/>
              <a:gd name="T18" fmla="*/ 101 w 11225"/>
              <a:gd name="T19" fmla="*/ 5933 h 11201"/>
              <a:gd name="T20" fmla="*/ 470 w 11225"/>
              <a:gd name="T21" fmla="*/ 5933 h 11201"/>
              <a:gd name="T22" fmla="*/ 1625 w 11225"/>
              <a:gd name="T23" fmla="*/ 4749 h 11201"/>
              <a:gd name="T24" fmla="*/ 1625 w 11225"/>
              <a:gd name="T25" fmla="*/ 10109 h 11201"/>
              <a:gd name="T26" fmla="*/ 2692 w 11225"/>
              <a:gd name="T27" fmla="*/ 11201 h 11201"/>
              <a:gd name="T28" fmla="*/ 4825 w 11225"/>
              <a:gd name="T29" fmla="*/ 11201 h 11201"/>
              <a:gd name="T30" fmla="*/ 4825 w 11225"/>
              <a:gd name="T31" fmla="*/ 10655 h 11201"/>
              <a:gd name="T32" fmla="*/ 4825 w 11225"/>
              <a:gd name="T33" fmla="*/ 10613 h 11201"/>
              <a:gd name="T34" fmla="*/ 4825 w 11225"/>
              <a:gd name="T35" fmla="*/ 8196 h 11201"/>
              <a:gd name="T36" fmla="*/ 6425 w 11225"/>
              <a:gd name="T37" fmla="*/ 8196 h 11201"/>
              <a:gd name="T38" fmla="*/ 6425 w 11225"/>
              <a:gd name="T39" fmla="*/ 10613 h 11201"/>
              <a:gd name="T40" fmla="*/ 6425 w 11225"/>
              <a:gd name="T41" fmla="*/ 10655 h 11201"/>
              <a:gd name="T42" fmla="*/ 6425 w 11225"/>
              <a:gd name="T43" fmla="*/ 11201 h 11201"/>
              <a:gd name="T44" fmla="*/ 8558 w 11225"/>
              <a:gd name="T45" fmla="*/ 11201 h 11201"/>
              <a:gd name="T46" fmla="*/ 9625 w 11225"/>
              <a:gd name="T47" fmla="*/ 10109 h 11201"/>
              <a:gd name="T48" fmla="*/ 9625 w 11225"/>
              <a:gd name="T49" fmla="*/ 5738 h 11201"/>
              <a:gd name="T50" fmla="*/ 9625 w 11225"/>
              <a:gd name="T51" fmla="*/ 4749 h 11201"/>
              <a:gd name="T52" fmla="*/ 10781 w 11225"/>
              <a:gd name="T53" fmla="*/ 5933 h 11201"/>
              <a:gd name="T54" fmla="*/ 11149 w 11225"/>
              <a:gd name="T55" fmla="*/ 5933 h 11201"/>
              <a:gd name="T56" fmla="*/ 11225 w 11225"/>
              <a:gd name="T57" fmla="*/ 5744 h 11201"/>
              <a:gd name="T58" fmla="*/ 11149 w 11225"/>
              <a:gd name="T59" fmla="*/ 5556 h 11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1225" h="11201">
                <a:moveTo>
                  <a:pt x="11149" y="5556"/>
                </a:moveTo>
                <a:lnTo>
                  <a:pt x="8825" y="3175"/>
                </a:lnTo>
                <a:lnTo>
                  <a:pt x="7225" y="1536"/>
                </a:lnTo>
                <a:lnTo>
                  <a:pt x="5841" y="118"/>
                </a:lnTo>
                <a:cubicBezTo>
                  <a:pt x="5832" y="105"/>
                  <a:pt x="5827" y="90"/>
                  <a:pt x="5816" y="78"/>
                </a:cubicBezTo>
                <a:cubicBezTo>
                  <a:pt x="5763" y="25"/>
                  <a:pt x="5694" y="0"/>
                  <a:pt x="5625" y="2"/>
                </a:cubicBezTo>
                <a:cubicBezTo>
                  <a:pt x="5556" y="0"/>
                  <a:pt x="5487" y="25"/>
                  <a:pt x="5434" y="79"/>
                </a:cubicBezTo>
                <a:cubicBezTo>
                  <a:pt x="5423" y="90"/>
                  <a:pt x="5418" y="105"/>
                  <a:pt x="5409" y="118"/>
                </a:cubicBezTo>
                <a:lnTo>
                  <a:pt x="101" y="5556"/>
                </a:lnTo>
                <a:cubicBezTo>
                  <a:pt x="0" y="5660"/>
                  <a:pt x="0" y="5829"/>
                  <a:pt x="101" y="5933"/>
                </a:cubicBezTo>
                <a:cubicBezTo>
                  <a:pt x="203" y="6037"/>
                  <a:pt x="368" y="6037"/>
                  <a:pt x="470" y="5933"/>
                </a:cubicBezTo>
                <a:lnTo>
                  <a:pt x="1625" y="4749"/>
                </a:lnTo>
                <a:lnTo>
                  <a:pt x="1625" y="10109"/>
                </a:lnTo>
                <a:cubicBezTo>
                  <a:pt x="1625" y="10712"/>
                  <a:pt x="2103" y="11201"/>
                  <a:pt x="2692" y="11201"/>
                </a:cubicBezTo>
                <a:lnTo>
                  <a:pt x="4825" y="11201"/>
                </a:lnTo>
                <a:lnTo>
                  <a:pt x="4825" y="10655"/>
                </a:lnTo>
                <a:lnTo>
                  <a:pt x="4825" y="10613"/>
                </a:lnTo>
                <a:lnTo>
                  <a:pt x="4825" y="8196"/>
                </a:lnTo>
                <a:lnTo>
                  <a:pt x="6425" y="8196"/>
                </a:lnTo>
                <a:lnTo>
                  <a:pt x="6425" y="10613"/>
                </a:lnTo>
                <a:lnTo>
                  <a:pt x="6425" y="10655"/>
                </a:lnTo>
                <a:lnTo>
                  <a:pt x="6425" y="11201"/>
                </a:lnTo>
                <a:lnTo>
                  <a:pt x="8558" y="11201"/>
                </a:lnTo>
                <a:cubicBezTo>
                  <a:pt x="9147" y="11201"/>
                  <a:pt x="9625" y="10712"/>
                  <a:pt x="9625" y="10109"/>
                </a:cubicBezTo>
                <a:lnTo>
                  <a:pt x="9625" y="5738"/>
                </a:lnTo>
                <a:lnTo>
                  <a:pt x="9625" y="4749"/>
                </a:lnTo>
                <a:lnTo>
                  <a:pt x="10781" y="5933"/>
                </a:lnTo>
                <a:cubicBezTo>
                  <a:pt x="10882" y="6037"/>
                  <a:pt x="11047" y="6037"/>
                  <a:pt x="11149" y="5933"/>
                </a:cubicBezTo>
                <a:cubicBezTo>
                  <a:pt x="11200" y="5881"/>
                  <a:pt x="11225" y="5813"/>
                  <a:pt x="11225" y="5744"/>
                </a:cubicBezTo>
                <a:cubicBezTo>
                  <a:pt x="11225" y="5676"/>
                  <a:pt x="11200" y="5608"/>
                  <a:pt x="11149" y="555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方正宝黑体 简 Medium" panose="02010600010101010101" charset="-122"/>
              <a:ea typeface="方正宝黑体 简 Medium" panose="02010600010101010101" charset="-122"/>
              <a:cs typeface="+mn-cs"/>
              <a:sym typeface="方正宝黑体 简 Medium" panose="02010600010101010101" charset="-122"/>
            </a:endParaRPr>
          </a:p>
        </p:txBody>
      </p:sp>
      <p:sp>
        <p:nvSpPr>
          <p:cNvPr id="37891" name="文本框 10"/>
          <p:cNvSpPr txBox="1"/>
          <p:nvPr/>
        </p:nvSpPr>
        <p:spPr>
          <a:xfrm>
            <a:off x="422275" y="273050"/>
            <a:ext cx="4767263" cy="5826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buNone/>
            </a:pPr>
            <a:r>
              <a:rPr lang="zh-CN" altLang="en-US" sz="3200" b="1" dirty="0">
                <a:solidFill>
                  <a:srgbClr val="526680"/>
                </a:solidFill>
                <a:latin typeface="方正宝黑体 简 Medium" panose="02010600010101010101" charset="-122"/>
              </a:rPr>
              <a:t>工作量管理</a:t>
            </a:r>
            <a:endParaRPr lang="zh-CN" altLang="en-US" sz="3200" b="1" dirty="0">
              <a:solidFill>
                <a:srgbClr val="526680"/>
              </a:solidFill>
              <a:latin typeface="方正宝黑体 简 Medium" panose="02010600010101010101" charset="-122"/>
            </a:endParaRPr>
          </a:p>
        </p:txBody>
      </p:sp>
      <p:sp>
        <p:nvSpPr>
          <p:cNvPr id="37892" name="矩形 8"/>
          <p:cNvSpPr/>
          <p:nvPr/>
        </p:nvSpPr>
        <p:spPr>
          <a:xfrm>
            <a:off x="1069975" y="1017588"/>
            <a:ext cx="10052050" cy="477837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方正宝黑体 简 Medium" panose="02010600010101010101" charset="-122"/>
                <a:ea typeface="方正宝黑体 简 Medium" panose="02010600010101010101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方正宝黑体 简 Medium" panose="02010600010101010101" charset="-122"/>
                <a:ea typeface="方正宝黑体 简 Medium" panose="02010600010101010101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方正宝黑体 简 Medium" panose="02010600010101010101" charset="-122"/>
                <a:ea typeface="方正宝黑体 简 Medium" panose="02010600010101010101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方正宝黑体 简 Medium" panose="02010600010101010101" charset="-122"/>
                <a:ea typeface="方正宝黑体 简 Medium" panose="02010600010101010101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方正宝黑体 简 Medium" panose="02010600010101010101" charset="-122"/>
                <a:ea typeface="方正宝黑体 简 Medium" panose="02010600010101010101" charset="-122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 dirty="0">
                <a:solidFill>
                  <a:srgbClr val="6E84A2"/>
                </a:solidFill>
                <a:sym typeface="方正宝黑体 简 Medium" panose="02010600010101010101" charset="-122"/>
              </a:rPr>
              <a:t>新增项目进度甘特图，实时显示每位员工工作情况</a:t>
            </a:r>
            <a:endParaRPr lang="zh-CN" altLang="en-US" sz="1800" dirty="0">
              <a:solidFill>
                <a:srgbClr val="6E84A2"/>
              </a:solidFill>
              <a:sym typeface="方正宝黑体 简 Medium" panose="02010600010101010101" charset="-122"/>
            </a:endParaRPr>
          </a:p>
        </p:txBody>
      </p:sp>
      <p:pic>
        <p:nvPicPr>
          <p:cNvPr id="3789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4588" y="1495425"/>
            <a:ext cx="10039350" cy="48768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iconfont-1014-459347"/>
          <p:cNvSpPr/>
          <p:nvPr/>
        </p:nvSpPr>
        <p:spPr>
          <a:xfrm>
            <a:off x="1212850" y="2074863"/>
            <a:ext cx="536575" cy="534988"/>
          </a:xfrm>
          <a:custGeom>
            <a:avLst/>
            <a:gdLst>
              <a:gd name="T0" fmla="*/ 11149 w 11225"/>
              <a:gd name="T1" fmla="*/ 5556 h 11201"/>
              <a:gd name="T2" fmla="*/ 8825 w 11225"/>
              <a:gd name="T3" fmla="*/ 3175 h 11201"/>
              <a:gd name="T4" fmla="*/ 7225 w 11225"/>
              <a:gd name="T5" fmla="*/ 1536 h 11201"/>
              <a:gd name="T6" fmla="*/ 5841 w 11225"/>
              <a:gd name="T7" fmla="*/ 118 h 11201"/>
              <a:gd name="T8" fmla="*/ 5816 w 11225"/>
              <a:gd name="T9" fmla="*/ 78 h 11201"/>
              <a:gd name="T10" fmla="*/ 5625 w 11225"/>
              <a:gd name="T11" fmla="*/ 2 h 11201"/>
              <a:gd name="T12" fmla="*/ 5434 w 11225"/>
              <a:gd name="T13" fmla="*/ 79 h 11201"/>
              <a:gd name="T14" fmla="*/ 5409 w 11225"/>
              <a:gd name="T15" fmla="*/ 118 h 11201"/>
              <a:gd name="T16" fmla="*/ 101 w 11225"/>
              <a:gd name="T17" fmla="*/ 5556 h 11201"/>
              <a:gd name="T18" fmla="*/ 101 w 11225"/>
              <a:gd name="T19" fmla="*/ 5933 h 11201"/>
              <a:gd name="T20" fmla="*/ 470 w 11225"/>
              <a:gd name="T21" fmla="*/ 5933 h 11201"/>
              <a:gd name="T22" fmla="*/ 1625 w 11225"/>
              <a:gd name="T23" fmla="*/ 4749 h 11201"/>
              <a:gd name="T24" fmla="*/ 1625 w 11225"/>
              <a:gd name="T25" fmla="*/ 10109 h 11201"/>
              <a:gd name="T26" fmla="*/ 2692 w 11225"/>
              <a:gd name="T27" fmla="*/ 11201 h 11201"/>
              <a:gd name="T28" fmla="*/ 4825 w 11225"/>
              <a:gd name="T29" fmla="*/ 11201 h 11201"/>
              <a:gd name="T30" fmla="*/ 4825 w 11225"/>
              <a:gd name="T31" fmla="*/ 10655 h 11201"/>
              <a:gd name="T32" fmla="*/ 4825 w 11225"/>
              <a:gd name="T33" fmla="*/ 10613 h 11201"/>
              <a:gd name="T34" fmla="*/ 4825 w 11225"/>
              <a:gd name="T35" fmla="*/ 8196 h 11201"/>
              <a:gd name="T36" fmla="*/ 6425 w 11225"/>
              <a:gd name="T37" fmla="*/ 8196 h 11201"/>
              <a:gd name="T38" fmla="*/ 6425 w 11225"/>
              <a:gd name="T39" fmla="*/ 10613 h 11201"/>
              <a:gd name="T40" fmla="*/ 6425 w 11225"/>
              <a:gd name="T41" fmla="*/ 10655 h 11201"/>
              <a:gd name="T42" fmla="*/ 6425 w 11225"/>
              <a:gd name="T43" fmla="*/ 11201 h 11201"/>
              <a:gd name="T44" fmla="*/ 8558 w 11225"/>
              <a:gd name="T45" fmla="*/ 11201 h 11201"/>
              <a:gd name="T46" fmla="*/ 9625 w 11225"/>
              <a:gd name="T47" fmla="*/ 10109 h 11201"/>
              <a:gd name="T48" fmla="*/ 9625 w 11225"/>
              <a:gd name="T49" fmla="*/ 5738 h 11201"/>
              <a:gd name="T50" fmla="*/ 9625 w 11225"/>
              <a:gd name="T51" fmla="*/ 4749 h 11201"/>
              <a:gd name="T52" fmla="*/ 10781 w 11225"/>
              <a:gd name="T53" fmla="*/ 5933 h 11201"/>
              <a:gd name="T54" fmla="*/ 11149 w 11225"/>
              <a:gd name="T55" fmla="*/ 5933 h 11201"/>
              <a:gd name="T56" fmla="*/ 11225 w 11225"/>
              <a:gd name="T57" fmla="*/ 5744 h 11201"/>
              <a:gd name="T58" fmla="*/ 11149 w 11225"/>
              <a:gd name="T59" fmla="*/ 5556 h 11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1225" h="11201">
                <a:moveTo>
                  <a:pt x="11149" y="5556"/>
                </a:moveTo>
                <a:lnTo>
                  <a:pt x="8825" y="3175"/>
                </a:lnTo>
                <a:lnTo>
                  <a:pt x="7225" y="1536"/>
                </a:lnTo>
                <a:lnTo>
                  <a:pt x="5841" y="118"/>
                </a:lnTo>
                <a:cubicBezTo>
                  <a:pt x="5832" y="105"/>
                  <a:pt x="5827" y="90"/>
                  <a:pt x="5816" y="78"/>
                </a:cubicBezTo>
                <a:cubicBezTo>
                  <a:pt x="5763" y="25"/>
                  <a:pt x="5694" y="0"/>
                  <a:pt x="5625" y="2"/>
                </a:cubicBezTo>
                <a:cubicBezTo>
                  <a:pt x="5556" y="0"/>
                  <a:pt x="5487" y="25"/>
                  <a:pt x="5434" y="79"/>
                </a:cubicBezTo>
                <a:cubicBezTo>
                  <a:pt x="5423" y="90"/>
                  <a:pt x="5418" y="105"/>
                  <a:pt x="5409" y="118"/>
                </a:cubicBezTo>
                <a:lnTo>
                  <a:pt x="101" y="5556"/>
                </a:lnTo>
                <a:cubicBezTo>
                  <a:pt x="0" y="5660"/>
                  <a:pt x="0" y="5829"/>
                  <a:pt x="101" y="5933"/>
                </a:cubicBezTo>
                <a:cubicBezTo>
                  <a:pt x="203" y="6037"/>
                  <a:pt x="368" y="6037"/>
                  <a:pt x="470" y="5933"/>
                </a:cubicBezTo>
                <a:lnTo>
                  <a:pt x="1625" y="4749"/>
                </a:lnTo>
                <a:lnTo>
                  <a:pt x="1625" y="10109"/>
                </a:lnTo>
                <a:cubicBezTo>
                  <a:pt x="1625" y="10712"/>
                  <a:pt x="2103" y="11201"/>
                  <a:pt x="2692" y="11201"/>
                </a:cubicBezTo>
                <a:lnTo>
                  <a:pt x="4825" y="11201"/>
                </a:lnTo>
                <a:lnTo>
                  <a:pt x="4825" y="10655"/>
                </a:lnTo>
                <a:lnTo>
                  <a:pt x="4825" y="10613"/>
                </a:lnTo>
                <a:lnTo>
                  <a:pt x="4825" y="8196"/>
                </a:lnTo>
                <a:lnTo>
                  <a:pt x="6425" y="8196"/>
                </a:lnTo>
                <a:lnTo>
                  <a:pt x="6425" y="10613"/>
                </a:lnTo>
                <a:lnTo>
                  <a:pt x="6425" y="10655"/>
                </a:lnTo>
                <a:lnTo>
                  <a:pt x="6425" y="11201"/>
                </a:lnTo>
                <a:lnTo>
                  <a:pt x="8558" y="11201"/>
                </a:lnTo>
                <a:cubicBezTo>
                  <a:pt x="9147" y="11201"/>
                  <a:pt x="9625" y="10712"/>
                  <a:pt x="9625" y="10109"/>
                </a:cubicBezTo>
                <a:lnTo>
                  <a:pt x="9625" y="5738"/>
                </a:lnTo>
                <a:lnTo>
                  <a:pt x="9625" y="4749"/>
                </a:lnTo>
                <a:lnTo>
                  <a:pt x="10781" y="5933"/>
                </a:lnTo>
                <a:cubicBezTo>
                  <a:pt x="10882" y="6037"/>
                  <a:pt x="11047" y="6037"/>
                  <a:pt x="11149" y="5933"/>
                </a:cubicBezTo>
                <a:cubicBezTo>
                  <a:pt x="11200" y="5881"/>
                  <a:pt x="11225" y="5813"/>
                  <a:pt x="11225" y="5744"/>
                </a:cubicBezTo>
                <a:cubicBezTo>
                  <a:pt x="11225" y="5676"/>
                  <a:pt x="11200" y="5608"/>
                  <a:pt x="11149" y="555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方正宝黑体 简 Medium" panose="02010600010101010101" charset="-122"/>
              <a:ea typeface="方正宝黑体 简 Medium" panose="02010600010101010101" charset="-122"/>
              <a:cs typeface="+mn-cs"/>
              <a:sym typeface="方正宝黑体 简 Medium" panose="02010600010101010101" charset="-122"/>
            </a:endParaRPr>
          </a:p>
        </p:txBody>
      </p:sp>
      <p:sp>
        <p:nvSpPr>
          <p:cNvPr id="39939" name="文本框 10"/>
          <p:cNvSpPr txBox="1"/>
          <p:nvPr/>
        </p:nvSpPr>
        <p:spPr>
          <a:xfrm>
            <a:off x="422275" y="273050"/>
            <a:ext cx="4767263" cy="5826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buNone/>
            </a:pPr>
            <a:r>
              <a:rPr lang="zh-CN" altLang="en-US" sz="3200" b="1" dirty="0">
                <a:solidFill>
                  <a:srgbClr val="526680"/>
                </a:solidFill>
                <a:latin typeface="方正宝黑体 简 Medium" panose="02010600010101010101" charset="-122"/>
              </a:rPr>
              <a:t>工作量管理</a:t>
            </a:r>
            <a:endParaRPr lang="zh-CN" altLang="en-US" sz="3200" b="1" dirty="0">
              <a:solidFill>
                <a:srgbClr val="526680"/>
              </a:solidFill>
              <a:latin typeface="方正宝黑体 简 Medium" panose="02010600010101010101" charset="-122"/>
            </a:endParaRPr>
          </a:p>
        </p:txBody>
      </p:sp>
      <p:sp>
        <p:nvSpPr>
          <p:cNvPr id="39940" name="矩形 8"/>
          <p:cNvSpPr/>
          <p:nvPr/>
        </p:nvSpPr>
        <p:spPr>
          <a:xfrm>
            <a:off x="901700" y="1409700"/>
            <a:ext cx="3810000" cy="13970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方正宝黑体 简 Medium" panose="02010600010101010101" charset="-122"/>
                <a:ea typeface="方正宝黑体 简 Medium" panose="02010600010101010101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方正宝黑体 简 Medium" panose="02010600010101010101" charset="-122"/>
                <a:ea typeface="方正宝黑体 简 Medium" panose="02010600010101010101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方正宝黑体 简 Medium" panose="02010600010101010101" charset="-122"/>
                <a:ea typeface="方正宝黑体 简 Medium" panose="02010600010101010101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方正宝黑体 简 Medium" panose="02010600010101010101" charset="-122"/>
                <a:ea typeface="方正宝黑体 简 Medium" panose="02010600010101010101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方正宝黑体 简 Medium" panose="02010600010101010101" charset="-122"/>
                <a:ea typeface="方正宝黑体 简 Medium" panose="02010600010101010101" charset="-122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 dirty="0">
                <a:solidFill>
                  <a:srgbClr val="6E84A2"/>
                </a:solidFill>
                <a:sym typeface="方正宝黑体 简 Medium" panose="02010600010101010101" charset="-122"/>
              </a:rPr>
              <a:t>系统将通过每位员工的工作量详细内容进行计算，得出每位员工的</a:t>
            </a:r>
            <a:r>
              <a:rPr lang="en-US" altLang="zh-CN" sz="1800" dirty="0">
                <a:solidFill>
                  <a:srgbClr val="6E84A2"/>
                </a:solidFill>
                <a:sym typeface="方正宝黑体 简 Medium" panose="02010600010101010101" charset="-122"/>
              </a:rPr>
              <a:t>ECI</a:t>
            </a:r>
            <a:r>
              <a:rPr lang="zh-CN" altLang="en-US" sz="1800" dirty="0">
                <a:solidFill>
                  <a:srgbClr val="6E84A2"/>
                </a:solidFill>
                <a:sym typeface="方正宝黑体 简 Medium" panose="02010600010101010101" charset="-122"/>
              </a:rPr>
              <a:t>综合效率，进一步得出月度工作量对比</a:t>
            </a:r>
            <a:endParaRPr lang="zh-CN" altLang="en-US" sz="1800" dirty="0">
              <a:solidFill>
                <a:srgbClr val="6E84A2"/>
              </a:solidFill>
              <a:sym typeface="方正宝黑体 简 Medium" panose="02010600010101010101" charset="-122"/>
            </a:endParaRPr>
          </a:p>
        </p:txBody>
      </p:sp>
      <p:pic>
        <p:nvPicPr>
          <p:cNvPr id="39941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275" y="2973388"/>
            <a:ext cx="4829175" cy="3367087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</p:pic>
      <p:pic>
        <p:nvPicPr>
          <p:cNvPr id="39942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4413" y="515938"/>
            <a:ext cx="6551612" cy="23749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</p:pic>
      <p:pic>
        <p:nvPicPr>
          <p:cNvPr id="39943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1450" y="4102100"/>
            <a:ext cx="6362700" cy="2238375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39944" name="矩形 11"/>
          <p:cNvSpPr/>
          <p:nvPr/>
        </p:nvSpPr>
        <p:spPr>
          <a:xfrm>
            <a:off x="5749925" y="3194050"/>
            <a:ext cx="5365750" cy="9080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方正宝黑体 简 Medium" panose="02010600010101010101" charset="-122"/>
                <a:ea typeface="方正宝黑体 简 Medium" panose="02010600010101010101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方正宝黑体 简 Medium" panose="02010600010101010101" charset="-122"/>
                <a:ea typeface="方正宝黑体 简 Medium" panose="02010600010101010101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方正宝黑体 简 Medium" panose="02010600010101010101" charset="-122"/>
                <a:ea typeface="方正宝黑体 简 Medium" panose="02010600010101010101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方正宝黑体 简 Medium" panose="02010600010101010101" charset="-122"/>
                <a:ea typeface="方正宝黑体 简 Medium" panose="02010600010101010101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方正宝黑体 简 Medium" panose="02010600010101010101" charset="-122"/>
                <a:ea typeface="方正宝黑体 简 Medium" panose="02010600010101010101" charset="-122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 dirty="0">
                <a:solidFill>
                  <a:srgbClr val="6E84A2"/>
                </a:solidFill>
                <a:sym typeface="方正宝黑体 简 Medium" panose="02010600010101010101" charset="-122"/>
              </a:rPr>
              <a:t>工作密集度热力图和每日工作量趋势展示员工工作详情，便于捕捉员工摸鱼状况</a:t>
            </a:r>
            <a:endParaRPr lang="zh-CN" altLang="en-US" sz="1800" dirty="0">
              <a:solidFill>
                <a:srgbClr val="6E84A2"/>
              </a:solidFill>
              <a:sym typeface="方正宝黑体 简 Medium" panose="02010600010101010101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27" name="直接连接符 26"/>
          <p:cNvCxnSpPr/>
          <p:nvPr>
            <p:custDataLst>
              <p:tags r:id="rId1"/>
            </p:custDataLst>
          </p:nvPr>
        </p:nvCxnSpPr>
        <p:spPr>
          <a:xfrm>
            <a:off x="5786438" y="1849438"/>
            <a:ext cx="0" cy="2417763"/>
          </a:xfrm>
          <a:prstGeom prst="line">
            <a:avLst/>
          </a:prstGeom>
          <a:ln w="25400">
            <a:solidFill>
              <a:schemeClr val="tx2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987" name="文本框 27"/>
          <p:cNvSpPr txBox="1"/>
          <p:nvPr>
            <p:custDataLst>
              <p:tags r:id="rId2"/>
            </p:custDataLst>
          </p:nvPr>
        </p:nvSpPr>
        <p:spPr>
          <a:xfrm>
            <a:off x="6208713" y="2968625"/>
            <a:ext cx="3671887" cy="11080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eaLnBrk="1" hangingPunct="1">
              <a:buNone/>
            </a:pPr>
            <a:r>
              <a:rPr lang="zh-CN" altLang="en-US" sz="7200" b="1" dirty="0">
                <a:solidFill>
                  <a:schemeClr val="tx2"/>
                </a:solidFill>
                <a:latin typeface="方正宝黑体 简 Medium" panose="02010600010101010101" charset="-122"/>
                <a:sym typeface="方正宝黑体 简 Medium" panose="02010600010101010101" charset="-122"/>
              </a:rPr>
              <a:t>底层逻辑</a:t>
            </a:r>
            <a:endParaRPr lang="zh-CN" altLang="en-US" sz="7200" b="1" dirty="0">
              <a:solidFill>
                <a:schemeClr val="tx2"/>
              </a:solidFill>
              <a:latin typeface="方正宝黑体 简 Medium" panose="02010600010101010101" charset="-122"/>
              <a:sym typeface="方正宝黑体 简 Medium" panose="02010600010101010101" charset="-122"/>
            </a:endParaRPr>
          </a:p>
        </p:txBody>
      </p:sp>
      <p:sp>
        <p:nvSpPr>
          <p:cNvPr id="41988" name="文本框 29"/>
          <p:cNvSpPr txBox="1"/>
          <p:nvPr>
            <p:custDataLst>
              <p:tags r:id="rId3"/>
            </p:custDataLst>
          </p:nvPr>
        </p:nvSpPr>
        <p:spPr>
          <a:xfrm>
            <a:off x="6208713" y="1679575"/>
            <a:ext cx="1117600" cy="13541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eaLnBrk="1" hangingPunct="1">
              <a:buNone/>
            </a:pPr>
            <a:r>
              <a:rPr lang="en-US" altLang="zh-CN" sz="8800" dirty="0">
                <a:solidFill>
                  <a:schemeClr val="tx2"/>
                </a:solidFill>
                <a:latin typeface="方正宝黑体 简 Medium" panose="02010600010101010101" charset="-122"/>
                <a:sym typeface="方正宝黑体 简 Medium" panose="02010600010101010101" charset="-122"/>
              </a:rPr>
              <a:t>02</a:t>
            </a:r>
            <a:endParaRPr lang="en-US" altLang="zh-CN" sz="8800" dirty="0">
              <a:solidFill>
                <a:schemeClr val="tx2"/>
              </a:solidFill>
              <a:latin typeface="方正宝黑体 简 Medium" panose="02010600010101010101" charset="-122"/>
              <a:sym typeface="方正宝黑体 简 Medium" panose="02010600010101010101" charset="-122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0" name="矩形 2"/>
          <p:cNvSpPr/>
          <p:nvPr/>
        </p:nvSpPr>
        <p:spPr>
          <a:xfrm>
            <a:off x="6338888" y="3263900"/>
            <a:ext cx="1879600" cy="463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sz="24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  <a:alpha val="100000"/>
                </a:schemeClr>
              </a:solidFill>
              <a:effectLst/>
              <a:uLnTx/>
              <a:uFillTx/>
              <a:latin typeface="方正宝黑体 简 Medium" panose="02010600010101010101" charset="-122"/>
              <a:ea typeface="方正宝黑体 简 Medium" panose="02010600010101010101" charset="-122"/>
              <a:cs typeface="+mn-cs"/>
              <a:sym typeface="方正宝黑体 简 Medium" panose="02010600010101010101" charset="-122"/>
            </a:endParaRPr>
          </a:p>
        </p:txBody>
      </p:sp>
      <p:sp>
        <p:nvSpPr>
          <p:cNvPr id="301" name="iconfont-1014-459347"/>
          <p:cNvSpPr/>
          <p:nvPr/>
        </p:nvSpPr>
        <p:spPr>
          <a:xfrm>
            <a:off x="3227388" y="315913"/>
            <a:ext cx="536575" cy="534988"/>
          </a:xfrm>
          <a:custGeom>
            <a:avLst/>
            <a:gdLst>
              <a:gd name="T0" fmla="*/ 11149 w 11225"/>
              <a:gd name="T1" fmla="*/ 5556 h 11201"/>
              <a:gd name="T2" fmla="*/ 8825 w 11225"/>
              <a:gd name="T3" fmla="*/ 3175 h 11201"/>
              <a:gd name="T4" fmla="*/ 7225 w 11225"/>
              <a:gd name="T5" fmla="*/ 1536 h 11201"/>
              <a:gd name="T6" fmla="*/ 5841 w 11225"/>
              <a:gd name="T7" fmla="*/ 118 h 11201"/>
              <a:gd name="T8" fmla="*/ 5816 w 11225"/>
              <a:gd name="T9" fmla="*/ 78 h 11201"/>
              <a:gd name="T10" fmla="*/ 5625 w 11225"/>
              <a:gd name="T11" fmla="*/ 2 h 11201"/>
              <a:gd name="T12" fmla="*/ 5434 w 11225"/>
              <a:gd name="T13" fmla="*/ 79 h 11201"/>
              <a:gd name="T14" fmla="*/ 5409 w 11225"/>
              <a:gd name="T15" fmla="*/ 118 h 11201"/>
              <a:gd name="T16" fmla="*/ 101 w 11225"/>
              <a:gd name="T17" fmla="*/ 5556 h 11201"/>
              <a:gd name="T18" fmla="*/ 101 w 11225"/>
              <a:gd name="T19" fmla="*/ 5933 h 11201"/>
              <a:gd name="T20" fmla="*/ 470 w 11225"/>
              <a:gd name="T21" fmla="*/ 5933 h 11201"/>
              <a:gd name="T22" fmla="*/ 1625 w 11225"/>
              <a:gd name="T23" fmla="*/ 4749 h 11201"/>
              <a:gd name="T24" fmla="*/ 1625 w 11225"/>
              <a:gd name="T25" fmla="*/ 10109 h 11201"/>
              <a:gd name="T26" fmla="*/ 2692 w 11225"/>
              <a:gd name="T27" fmla="*/ 11201 h 11201"/>
              <a:gd name="T28" fmla="*/ 4825 w 11225"/>
              <a:gd name="T29" fmla="*/ 11201 h 11201"/>
              <a:gd name="T30" fmla="*/ 4825 w 11225"/>
              <a:gd name="T31" fmla="*/ 10655 h 11201"/>
              <a:gd name="T32" fmla="*/ 4825 w 11225"/>
              <a:gd name="T33" fmla="*/ 10613 h 11201"/>
              <a:gd name="T34" fmla="*/ 4825 w 11225"/>
              <a:gd name="T35" fmla="*/ 8196 h 11201"/>
              <a:gd name="T36" fmla="*/ 6425 w 11225"/>
              <a:gd name="T37" fmla="*/ 8196 h 11201"/>
              <a:gd name="T38" fmla="*/ 6425 w 11225"/>
              <a:gd name="T39" fmla="*/ 10613 h 11201"/>
              <a:gd name="T40" fmla="*/ 6425 w 11225"/>
              <a:gd name="T41" fmla="*/ 10655 h 11201"/>
              <a:gd name="T42" fmla="*/ 6425 w 11225"/>
              <a:gd name="T43" fmla="*/ 11201 h 11201"/>
              <a:gd name="T44" fmla="*/ 8558 w 11225"/>
              <a:gd name="T45" fmla="*/ 11201 h 11201"/>
              <a:gd name="T46" fmla="*/ 9625 w 11225"/>
              <a:gd name="T47" fmla="*/ 10109 h 11201"/>
              <a:gd name="T48" fmla="*/ 9625 w 11225"/>
              <a:gd name="T49" fmla="*/ 5738 h 11201"/>
              <a:gd name="T50" fmla="*/ 9625 w 11225"/>
              <a:gd name="T51" fmla="*/ 4749 h 11201"/>
              <a:gd name="T52" fmla="*/ 10781 w 11225"/>
              <a:gd name="T53" fmla="*/ 5933 h 11201"/>
              <a:gd name="T54" fmla="*/ 11149 w 11225"/>
              <a:gd name="T55" fmla="*/ 5933 h 11201"/>
              <a:gd name="T56" fmla="*/ 11225 w 11225"/>
              <a:gd name="T57" fmla="*/ 5744 h 11201"/>
              <a:gd name="T58" fmla="*/ 11149 w 11225"/>
              <a:gd name="T59" fmla="*/ 5556 h 11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1225" h="11201">
                <a:moveTo>
                  <a:pt x="11149" y="5556"/>
                </a:moveTo>
                <a:lnTo>
                  <a:pt x="8825" y="3175"/>
                </a:lnTo>
                <a:lnTo>
                  <a:pt x="7225" y="1536"/>
                </a:lnTo>
                <a:lnTo>
                  <a:pt x="5841" y="118"/>
                </a:lnTo>
                <a:cubicBezTo>
                  <a:pt x="5832" y="105"/>
                  <a:pt x="5827" y="90"/>
                  <a:pt x="5816" y="78"/>
                </a:cubicBezTo>
                <a:cubicBezTo>
                  <a:pt x="5763" y="25"/>
                  <a:pt x="5694" y="0"/>
                  <a:pt x="5625" y="2"/>
                </a:cubicBezTo>
                <a:cubicBezTo>
                  <a:pt x="5556" y="0"/>
                  <a:pt x="5487" y="25"/>
                  <a:pt x="5434" y="79"/>
                </a:cubicBezTo>
                <a:cubicBezTo>
                  <a:pt x="5423" y="90"/>
                  <a:pt x="5418" y="105"/>
                  <a:pt x="5409" y="118"/>
                </a:cubicBezTo>
                <a:lnTo>
                  <a:pt x="101" y="5556"/>
                </a:lnTo>
                <a:cubicBezTo>
                  <a:pt x="0" y="5660"/>
                  <a:pt x="0" y="5829"/>
                  <a:pt x="101" y="5933"/>
                </a:cubicBezTo>
                <a:cubicBezTo>
                  <a:pt x="203" y="6037"/>
                  <a:pt x="368" y="6037"/>
                  <a:pt x="470" y="5933"/>
                </a:cubicBezTo>
                <a:lnTo>
                  <a:pt x="1625" y="4749"/>
                </a:lnTo>
                <a:lnTo>
                  <a:pt x="1625" y="10109"/>
                </a:lnTo>
                <a:cubicBezTo>
                  <a:pt x="1625" y="10712"/>
                  <a:pt x="2103" y="11201"/>
                  <a:pt x="2692" y="11201"/>
                </a:cubicBezTo>
                <a:lnTo>
                  <a:pt x="4825" y="11201"/>
                </a:lnTo>
                <a:lnTo>
                  <a:pt x="4825" y="10655"/>
                </a:lnTo>
                <a:lnTo>
                  <a:pt x="4825" y="10613"/>
                </a:lnTo>
                <a:lnTo>
                  <a:pt x="4825" y="8196"/>
                </a:lnTo>
                <a:lnTo>
                  <a:pt x="6425" y="8196"/>
                </a:lnTo>
                <a:lnTo>
                  <a:pt x="6425" y="10613"/>
                </a:lnTo>
                <a:lnTo>
                  <a:pt x="6425" y="10655"/>
                </a:lnTo>
                <a:lnTo>
                  <a:pt x="6425" y="11201"/>
                </a:lnTo>
                <a:lnTo>
                  <a:pt x="8558" y="11201"/>
                </a:lnTo>
                <a:cubicBezTo>
                  <a:pt x="9147" y="11201"/>
                  <a:pt x="9625" y="10712"/>
                  <a:pt x="9625" y="10109"/>
                </a:cubicBezTo>
                <a:lnTo>
                  <a:pt x="9625" y="5738"/>
                </a:lnTo>
                <a:lnTo>
                  <a:pt x="9625" y="4749"/>
                </a:lnTo>
                <a:lnTo>
                  <a:pt x="10781" y="5933"/>
                </a:lnTo>
                <a:cubicBezTo>
                  <a:pt x="10882" y="6037"/>
                  <a:pt x="11047" y="6037"/>
                  <a:pt x="11149" y="5933"/>
                </a:cubicBezTo>
                <a:cubicBezTo>
                  <a:pt x="11200" y="5881"/>
                  <a:pt x="11225" y="5813"/>
                  <a:pt x="11225" y="5744"/>
                </a:cubicBezTo>
                <a:cubicBezTo>
                  <a:pt x="11225" y="5676"/>
                  <a:pt x="11200" y="5608"/>
                  <a:pt x="11149" y="555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方正宝黑体 简 Medium" panose="02010600010101010101" charset="-122"/>
              <a:ea typeface="方正宝黑体 简 Medium" panose="02010600010101010101" charset="-122"/>
              <a:cs typeface="+mn-cs"/>
              <a:sym typeface="方正宝黑体 简 Medium" panose="02010600010101010101" charset="-122"/>
            </a:endParaRPr>
          </a:p>
        </p:txBody>
      </p:sp>
      <p:sp>
        <p:nvSpPr>
          <p:cNvPr id="302" name="iconfont-1014-459347"/>
          <p:cNvSpPr/>
          <p:nvPr/>
        </p:nvSpPr>
        <p:spPr>
          <a:xfrm>
            <a:off x="8229600" y="2039938"/>
            <a:ext cx="536575" cy="534988"/>
          </a:xfrm>
          <a:custGeom>
            <a:avLst/>
            <a:gdLst>
              <a:gd name="T0" fmla="*/ 5136 w 5158"/>
              <a:gd name="T1" fmla="*/ 1919 h 5159"/>
              <a:gd name="T2" fmla="*/ 4927 w 5158"/>
              <a:gd name="T3" fmla="*/ 600 h 5159"/>
              <a:gd name="T4" fmla="*/ 4559 w 5158"/>
              <a:gd name="T5" fmla="*/ 232 h 5159"/>
              <a:gd name="T6" fmla="*/ 3240 w 5158"/>
              <a:gd name="T7" fmla="*/ 22 h 5159"/>
              <a:gd name="T8" fmla="*/ 2858 w 5158"/>
              <a:gd name="T9" fmla="*/ 147 h 5159"/>
              <a:gd name="T10" fmla="*/ 173 w 5158"/>
              <a:gd name="T11" fmla="*/ 2831 h 5159"/>
              <a:gd name="T12" fmla="*/ 173 w 5158"/>
              <a:gd name="T13" fmla="*/ 3457 h 5159"/>
              <a:gd name="T14" fmla="*/ 1701 w 5158"/>
              <a:gd name="T15" fmla="*/ 4986 h 5159"/>
              <a:gd name="T16" fmla="*/ 2327 w 5158"/>
              <a:gd name="T17" fmla="*/ 4986 h 5159"/>
              <a:gd name="T18" fmla="*/ 5012 w 5158"/>
              <a:gd name="T19" fmla="*/ 2301 h 5159"/>
              <a:gd name="T20" fmla="*/ 5136 w 5158"/>
              <a:gd name="T21" fmla="*/ 1919 h 5159"/>
              <a:gd name="T22" fmla="*/ 2212 w 5158"/>
              <a:gd name="T23" fmla="*/ 4643 h 5159"/>
              <a:gd name="T24" fmla="*/ 1968 w 5158"/>
              <a:gd name="T25" fmla="*/ 4643 h 5159"/>
              <a:gd name="T26" fmla="*/ 515 w 5158"/>
              <a:gd name="T27" fmla="*/ 3191 h 5159"/>
              <a:gd name="T28" fmla="*/ 515 w 5158"/>
              <a:gd name="T29" fmla="*/ 2946 h 5159"/>
              <a:gd name="T30" fmla="*/ 760 w 5158"/>
              <a:gd name="T31" fmla="*/ 2946 h 5159"/>
              <a:gd name="T32" fmla="*/ 2212 w 5158"/>
              <a:gd name="T33" fmla="*/ 4399 h 5159"/>
              <a:gd name="T34" fmla="*/ 2212 w 5158"/>
              <a:gd name="T35" fmla="*/ 4643 h 5159"/>
              <a:gd name="T36" fmla="*/ 4166 w 5158"/>
              <a:gd name="T37" fmla="*/ 1464 h 5159"/>
              <a:gd name="T38" fmla="*/ 3695 w 5158"/>
              <a:gd name="T39" fmla="*/ 1464 h 5159"/>
              <a:gd name="T40" fmla="*/ 3695 w 5158"/>
              <a:gd name="T41" fmla="*/ 993 h 5159"/>
              <a:gd name="T42" fmla="*/ 4166 w 5158"/>
              <a:gd name="T43" fmla="*/ 993 h 5159"/>
              <a:gd name="T44" fmla="*/ 4166 w 5158"/>
              <a:gd name="T45" fmla="*/ 1464 h 51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5158" h="5159">
                <a:moveTo>
                  <a:pt x="5136" y="1919"/>
                </a:moveTo>
                <a:lnTo>
                  <a:pt x="4927" y="600"/>
                </a:lnTo>
                <a:cubicBezTo>
                  <a:pt x="4897" y="411"/>
                  <a:pt x="4748" y="262"/>
                  <a:pt x="4559" y="232"/>
                </a:cubicBezTo>
                <a:lnTo>
                  <a:pt x="3240" y="22"/>
                </a:lnTo>
                <a:cubicBezTo>
                  <a:pt x="3100" y="0"/>
                  <a:pt x="2958" y="46"/>
                  <a:pt x="2858" y="147"/>
                </a:cubicBezTo>
                <a:lnTo>
                  <a:pt x="173" y="2831"/>
                </a:lnTo>
                <a:cubicBezTo>
                  <a:pt x="0" y="3004"/>
                  <a:pt x="0" y="3285"/>
                  <a:pt x="173" y="3457"/>
                </a:cubicBezTo>
                <a:lnTo>
                  <a:pt x="1701" y="4986"/>
                </a:lnTo>
                <a:cubicBezTo>
                  <a:pt x="1874" y="5159"/>
                  <a:pt x="2154" y="5159"/>
                  <a:pt x="2327" y="4986"/>
                </a:cubicBezTo>
                <a:lnTo>
                  <a:pt x="5012" y="2301"/>
                </a:lnTo>
                <a:cubicBezTo>
                  <a:pt x="5112" y="2201"/>
                  <a:pt x="5158" y="2059"/>
                  <a:pt x="5136" y="1919"/>
                </a:cubicBezTo>
                <a:close/>
                <a:moveTo>
                  <a:pt x="2212" y="4643"/>
                </a:moveTo>
                <a:cubicBezTo>
                  <a:pt x="2145" y="4711"/>
                  <a:pt x="2035" y="4711"/>
                  <a:pt x="1968" y="4643"/>
                </a:cubicBezTo>
                <a:lnTo>
                  <a:pt x="515" y="3191"/>
                </a:lnTo>
                <a:cubicBezTo>
                  <a:pt x="448" y="3124"/>
                  <a:pt x="448" y="3014"/>
                  <a:pt x="515" y="2946"/>
                </a:cubicBezTo>
                <a:cubicBezTo>
                  <a:pt x="583" y="2879"/>
                  <a:pt x="692" y="2879"/>
                  <a:pt x="760" y="2946"/>
                </a:cubicBezTo>
                <a:lnTo>
                  <a:pt x="2212" y="4399"/>
                </a:lnTo>
                <a:cubicBezTo>
                  <a:pt x="2280" y="4466"/>
                  <a:pt x="2280" y="4576"/>
                  <a:pt x="2212" y="4643"/>
                </a:cubicBezTo>
                <a:close/>
                <a:moveTo>
                  <a:pt x="4166" y="1464"/>
                </a:moveTo>
                <a:cubicBezTo>
                  <a:pt x="4036" y="1594"/>
                  <a:pt x="3825" y="1594"/>
                  <a:pt x="3695" y="1464"/>
                </a:cubicBezTo>
                <a:cubicBezTo>
                  <a:pt x="3565" y="1334"/>
                  <a:pt x="3565" y="1123"/>
                  <a:pt x="3695" y="993"/>
                </a:cubicBezTo>
                <a:cubicBezTo>
                  <a:pt x="3825" y="862"/>
                  <a:pt x="4036" y="862"/>
                  <a:pt x="4166" y="993"/>
                </a:cubicBezTo>
                <a:cubicBezTo>
                  <a:pt x="4296" y="1123"/>
                  <a:pt x="4296" y="1334"/>
                  <a:pt x="4166" y="146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方正宝黑体 简 Medium" panose="02010600010101010101" charset="-122"/>
              <a:ea typeface="方正宝黑体 简 Medium" panose="02010600010101010101" charset="-122"/>
              <a:cs typeface="+mn-cs"/>
              <a:sym typeface="方正宝黑体 简 Medium" panose="02010600010101010101" charset="-122"/>
            </a:endParaRPr>
          </a:p>
        </p:txBody>
      </p:sp>
      <p:sp>
        <p:nvSpPr>
          <p:cNvPr id="44037" name="文本框 3"/>
          <p:cNvSpPr txBox="1"/>
          <p:nvPr/>
        </p:nvSpPr>
        <p:spPr>
          <a:xfrm>
            <a:off x="168275" y="192088"/>
            <a:ext cx="4768850" cy="5778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buNone/>
            </a:pPr>
            <a:r>
              <a:rPr lang="zh-CN" altLang="en-US" sz="3200" b="1" dirty="0">
                <a:solidFill>
                  <a:srgbClr val="526680"/>
                </a:solidFill>
                <a:latin typeface="方正宝黑体 简 Medium" panose="02010600010101010101" charset="-122"/>
              </a:rPr>
              <a:t>能力画像逻辑</a:t>
            </a:r>
            <a:endParaRPr lang="zh-CN" altLang="en-US" sz="3200" b="1" dirty="0">
              <a:solidFill>
                <a:srgbClr val="526680"/>
              </a:solidFill>
              <a:latin typeface="方正宝黑体 简 Medium" panose="02010600010101010101" charset="-122"/>
            </a:endParaRPr>
          </a:p>
        </p:txBody>
      </p:sp>
      <p:pic>
        <p:nvPicPr>
          <p:cNvPr id="44038" name="图片 30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3688" y="889000"/>
            <a:ext cx="8621712" cy="25400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305" name="文本框 304"/>
          <p:cNvSpPr txBox="1"/>
          <p:nvPr/>
        </p:nvSpPr>
        <p:spPr>
          <a:xfrm>
            <a:off x="1466636" y="3972267"/>
            <a:ext cx="9436100" cy="1630045"/>
          </a:xfrm>
          <a:prstGeom prst="rect">
            <a:avLst/>
          </a:prstGeom>
          <a:ln w="6350">
            <a:prstDash val="solid"/>
          </a:ln>
        </p:spPr>
        <p:txBody>
          <a:bodyPr wrap="square">
            <a:spAutoFit/>
          </a:bodyPr>
          <a:lstStyle/>
          <a:p>
            <a:pPr marL="349885" marR="0" defTabSz="91440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kern="1200" cap="none" spc="0" normalizeH="0" baseline="0" noProof="0">
                <a:solidFill>
                  <a:srgbClr val="222222">
                    <a:alpha val="100000"/>
                  </a:srgbClr>
                </a:solidFill>
                <a:highlight>
                  <a:srgbClr val="FFFFFF">
                    <a:alpha val="10000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sz="2000" kern="1200" cap="none" spc="0" normalizeH="0" baseline="0" noProof="0">
                <a:solidFill>
                  <a:srgbClr val="222222">
                    <a:alpha val="100000"/>
                  </a:srgbClr>
                </a:solidFill>
                <a:highlight>
                  <a:srgbClr val="FFFFFF">
                    <a:alpha val="10000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计算逻辑：</a:t>
            </a:r>
            <a:endParaRPr kumimoji="0" sz="2000" kern="1200" cap="none" spc="0" normalizeH="0" baseline="0" noProof="0">
              <a:solidFill>
                <a:srgbClr val="222222">
                  <a:alpha val="100000"/>
                </a:srgbClr>
              </a:solidFill>
              <a:highlight>
                <a:srgbClr val="FFFFFF">
                  <a:alpha val="100000"/>
                </a:srgbClr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9885" marR="0" defTabSz="91440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sz="2000" kern="1200" cap="none" spc="0" normalizeH="0" baseline="0" noProof="0">
                <a:solidFill>
                  <a:srgbClr val="222222">
                    <a:alpha val="100000"/>
                  </a:srgbClr>
                </a:solidFill>
                <a:highlight>
                  <a:srgbClr val="FFFFFF">
                    <a:alpha val="10000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技术能力：(平均任务难度 - 0.5)/1.5×100（0.5-2.0 难度映射为 0-10 分</a:t>
            </a:r>
            <a:r>
              <a:rPr kumimoji="0" lang="zh-CN" sz="2000" kern="1200" cap="none" spc="0" normalizeH="0" baseline="0" noProof="0">
                <a:solidFill>
                  <a:srgbClr val="222222">
                    <a:alpha val="100000"/>
                  </a:srgbClr>
                </a:solidFill>
                <a:highlight>
                  <a:srgbClr val="FFFFFF">
                    <a:alpha val="10000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kumimoji="0" lang="zh-CN" sz="2000" kern="1200" cap="none" spc="0" normalizeH="0" baseline="0" noProof="0">
              <a:solidFill>
                <a:srgbClr val="222222">
                  <a:alpha val="100000"/>
                </a:srgbClr>
              </a:solidFill>
              <a:highlight>
                <a:srgbClr val="FFFFFF">
                  <a:alpha val="100000"/>
                </a:srgbClr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9885" marR="0" defTabSz="91440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sz="2000" kern="1200" cap="none" spc="0" normalizeH="0" baseline="0" noProof="0">
                <a:solidFill>
                  <a:srgbClr val="222222">
                    <a:alpha val="100000"/>
                  </a:srgbClr>
                </a:solidFill>
                <a:highlight>
                  <a:srgbClr val="FFFFFF">
                    <a:alpha val="10000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工作量能力：(工时得分 + 任务数得分)，各 50 分封顶（标准：160 小时 / 月、30 条任务）</a:t>
            </a:r>
            <a:endParaRPr kumimoji="0" sz="2000" kern="1200" cap="none" spc="0" normalizeH="0" baseline="0" noProof="0">
              <a:solidFill>
                <a:srgbClr val="222222">
                  <a:alpha val="100000"/>
                </a:srgbClr>
              </a:solidFill>
              <a:highlight>
                <a:srgbClr val="FFFFFF">
                  <a:alpha val="100000"/>
                </a:srgbClr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9885" marR="0" defTabSz="91440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sz="2000" kern="1200" cap="none" spc="0" normalizeH="0" baseline="0" noProof="0">
                <a:solidFill>
                  <a:srgbClr val="222222">
                    <a:alpha val="100000"/>
                  </a:srgbClr>
                </a:solidFill>
                <a:highlight>
                  <a:srgbClr val="FFFFFF">
                    <a:alpha val="10000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稳定性能力：100 - 标准差 ×20（质量评分波动越小得分越高）</a:t>
            </a:r>
            <a:endParaRPr kumimoji="0" sz="2000" kern="1200" cap="none" spc="0" normalizeH="0" baseline="0" noProof="0">
              <a:solidFill>
                <a:srgbClr val="222222">
                  <a:alpha val="100000"/>
                </a:srgbClr>
              </a:solidFill>
              <a:highlight>
                <a:srgbClr val="FFFFFF">
                  <a:alpha val="100000"/>
                </a:srgbClr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" name="文本框 1"/>
          <p:cNvSpPr txBox="1"/>
          <p:nvPr/>
        </p:nvSpPr>
        <p:spPr>
          <a:xfrm>
            <a:off x="422832" y="272836"/>
            <a:ext cx="4768850" cy="5207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defTabSz="91440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2800" b="1" kern="1200" cap="none" spc="0" normalizeH="0" baseline="0" noProof="0">
                <a:solidFill>
                  <a:schemeClr val="accent1">
                    <a:alpha val="100000"/>
                  </a:schemeClr>
                </a:solidFill>
                <a:highlight>
                  <a:srgbClr val="FFFFFF">
                    <a:alpha val="100000"/>
                  </a:srgbClr>
                </a:highlight>
                <a:latin typeface="Inter"/>
                <a:ea typeface="Inter"/>
                <a:cs typeface="+mn-cs"/>
              </a:rPr>
              <a:t>绩效画像逻辑</a:t>
            </a:r>
            <a:endParaRPr kumimoji="0" sz="2800" b="1" kern="1200" cap="none" spc="0" normalizeH="0" baseline="0" noProof="0">
              <a:solidFill>
                <a:schemeClr val="accent1">
                  <a:alpha val="100000"/>
                </a:schemeClr>
              </a:solidFill>
              <a:highlight>
                <a:srgbClr val="FFFFFF">
                  <a:alpha val="100000"/>
                </a:srgbClr>
              </a:highlight>
              <a:latin typeface="Inter"/>
              <a:ea typeface="Inter"/>
              <a:cs typeface="+mn-cs"/>
            </a:endParaRPr>
          </a:p>
        </p:txBody>
      </p:sp>
      <p:pic>
        <p:nvPicPr>
          <p:cNvPr id="46083" name="图片 30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4488" y="922338"/>
            <a:ext cx="2554287" cy="1736725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</p:pic>
      <p:cxnSp>
        <p:nvCxnSpPr>
          <p:cNvPr id="46084" name="直接箭头连接符 308"/>
          <p:cNvCxnSpPr>
            <a:stCxn id="46083" idx="3"/>
            <a:endCxn id="310" idx="1"/>
          </p:cNvCxnSpPr>
          <p:nvPr/>
        </p:nvCxnSpPr>
        <p:spPr>
          <a:xfrm flipV="1">
            <a:off x="2898775" y="1790700"/>
            <a:ext cx="1552575" cy="0"/>
          </a:xfrm>
          <a:prstGeom prst="straightConnector1">
            <a:avLst/>
          </a:prstGeom>
          <a:ln w="25400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cxnSp>
      <p:pic>
        <p:nvPicPr>
          <p:cNvPr id="311" name="图片 3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99" y="2473961"/>
            <a:ext cx="3051082" cy="1910078"/>
          </a:xfrm>
          <a:prstGeom prst="rect">
            <a:avLst/>
          </a:prstGeom>
          <a:ln>
            <a:solidFill>
              <a:schemeClr val="accent1"/>
            </a:solidFill>
          </a:ln>
          <a:effectLst>
            <a:glow>
              <a:schemeClr val="accent5">
                <a:alpha val="100000"/>
              </a:schemeClr>
            </a:glow>
          </a:effectLst>
        </p:spPr>
      </p:pic>
      <p:pic>
        <p:nvPicPr>
          <p:cNvPr id="46086" name="图片 3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713" y="4198938"/>
            <a:ext cx="3411537" cy="2084387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</p:pic>
      <p:cxnSp>
        <p:nvCxnSpPr>
          <p:cNvPr id="46087" name="直接箭头连接符 312"/>
          <p:cNvCxnSpPr>
            <a:stCxn id="311" idx="3"/>
          </p:cNvCxnSpPr>
          <p:nvPr>
            <p:custDataLst>
              <p:tags r:id="rId4"/>
            </p:custDataLst>
          </p:nvPr>
        </p:nvCxnSpPr>
        <p:spPr>
          <a:xfrm>
            <a:off x="3290888" y="3429000"/>
            <a:ext cx="2320925" cy="0"/>
          </a:xfrm>
          <a:prstGeom prst="straightConnector1">
            <a:avLst/>
          </a:prstGeom>
          <a:ln w="25400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46088" name="直接箭头连接符 313"/>
          <p:cNvCxnSpPr>
            <a:endCxn id="315" idx="1"/>
          </p:cNvCxnSpPr>
          <p:nvPr>
            <p:custDataLst>
              <p:tags r:id="rId5"/>
            </p:custDataLst>
          </p:nvPr>
        </p:nvCxnSpPr>
        <p:spPr>
          <a:xfrm>
            <a:off x="3659188" y="5257800"/>
            <a:ext cx="2603500" cy="0"/>
          </a:xfrm>
          <a:prstGeom prst="straightConnector1">
            <a:avLst/>
          </a:prstGeom>
          <a:ln w="25400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310" name="矩形 309"/>
          <p:cNvSpPr/>
          <p:nvPr/>
        </p:nvSpPr>
        <p:spPr>
          <a:xfrm>
            <a:off x="4451546" y="1360970"/>
            <a:ext cx="5686804" cy="858876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6E84A2">
                    <a:alpha val="100000"/>
                  </a:srgbClr>
                </a:solidFill>
                <a:effectLst/>
                <a:highlight>
                  <a:srgbClr val="FFFFFF">
                    <a:alpha val="100000"/>
                  </a:srgbClr>
                </a:highligh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质量能力：平均质量评分 ×100（0-1 分映射为 0-100 分）</a:t>
            </a: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6E84A2">
                  <a:alpha val="100000"/>
                </a:srgbClr>
              </a:solidFill>
              <a:effectLst/>
              <a:highlight>
                <a:srgbClr val="FFFFFF">
                  <a:alpha val="100000"/>
                </a:srgbClr>
              </a:highlight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6" name="矩形 315"/>
          <p:cNvSpPr/>
          <p:nvPr>
            <p:custDataLst>
              <p:tags r:id="rId6"/>
            </p:custDataLst>
          </p:nvPr>
        </p:nvSpPr>
        <p:spPr>
          <a:xfrm>
            <a:off x="5650865" y="3116580"/>
            <a:ext cx="5954395" cy="85915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6E84A2">
                    <a:alpha val="100000"/>
                  </a:srgbClr>
                </a:solidFill>
                <a:effectLst/>
                <a:highlight>
                  <a:srgbClr val="FFFFFF">
                    <a:alpha val="100000"/>
                  </a:srgbClr>
                </a:highligh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贡献能力：ECI 得分 / 1000×100（ECI = 工时 × 难度 × 质量）</a:t>
            </a: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6E84A2">
                  <a:alpha val="100000"/>
                </a:srgbClr>
              </a:solidFill>
              <a:effectLst/>
              <a:highlight>
                <a:srgbClr val="FFFFFF">
                  <a:alpha val="100000"/>
                </a:srgbClr>
              </a:highlight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5" name="矩形 314"/>
          <p:cNvSpPr/>
          <p:nvPr>
            <p:custDataLst>
              <p:tags r:id="rId7"/>
            </p:custDataLst>
          </p:nvPr>
        </p:nvSpPr>
        <p:spPr>
          <a:xfrm>
            <a:off x="6262284" y="4788888"/>
            <a:ext cx="5517631" cy="936956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6E84A2">
                    <a:alpha val="100000"/>
                  </a:srgbClr>
                </a:solidFill>
                <a:effectLst/>
                <a:highlight>
                  <a:srgbClr val="FFFFFF">
                    <a:alpha val="100000"/>
                  </a:srgbClr>
                </a:highligh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绩效趋势：(最新质量评分 - 最早质量评分)/ 记录数 ×100（反映升降趋势）</a:t>
            </a: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6E84A2">
                  <a:alpha val="100000"/>
                </a:srgbClr>
              </a:solidFill>
              <a:effectLst/>
              <a:highlight>
                <a:srgbClr val="FFFFFF">
                  <a:alpha val="100000"/>
                </a:srgbClr>
              </a:highlight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8130" name="组合 2"/>
          <p:cNvGrpSpPr/>
          <p:nvPr/>
        </p:nvGrpSpPr>
        <p:grpSpPr>
          <a:xfrm>
            <a:off x="831850" y="3036888"/>
            <a:ext cx="2559050" cy="3203575"/>
            <a:chOff x="7728" y="2562"/>
            <a:chExt cx="3745" cy="4690"/>
          </a:xfrm>
        </p:grpSpPr>
        <p:pic>
          <p:nvPicPr>
            <p:cNvPr id="319" name="图形 35" descr="templates\docerresourceshop\icons\\343439383331383b343531393033323bd3aacffabef6b2df"/>
            <p:cNvPicPr>
              <a:picLocks noChangeAspect="1"/>
            </p:cNvPicPr>
            <p:nvPr/>
          </p:nvPicPr>
          <p:blipFill>
            <a:blip r:embed="rId1"/>
            <a:srcRect t="22482" r="32035"/>
            <a:stretch>
              <a:fillRect/>
            </a:stretch>
          </p:blipFill>
          <p:spPr>
            <a:xfrm>
              <a:off x="7728" y="2980"/>
              <a:ext cx="3745" cy="427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355" h="2686">
                  <a:moveTo>
                    <a:pt x="0" y="0"/>
                  </a:moveTo>
                  <a:lnTo>
                    <a:pt x="1780" y="0"/>
                  </a:lnTo>
                  <a:lnTo>
                    <a:pt x="2057" y="415"/>
                  </a:lnTo>
                  <a:lnTo>
                    <a:pt x="2355" y="679"/>
                  </a:lnTo>
                  <a:lnTo>
                    <a:pt x="2355" y="2686"/>
                  </a:lnTo>
                  <a:lnTo>
                    <a:pt x="0" y="2686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pic>
          <p:nvPicPr>
            <p:cNvPr id="320" name="图形 36" descr="templates\docerresourceshop\icons\\343439383331383b343531393033323bd3aacffabef6b2df"/>
            <p:cNvPicPr>
              <a:picLocks noChangeAspect="1"/>
            </p:cNvPicPr>
            <p:nvPr/>
          </p:nvPicPr>
          <p:blipFill>
            <a:blip r:embed="rId2"/>
            <a:srcRect t="22482" r="32035"/>
            <a:stretch>
              <a:fillRect/>
            </a:stretch>
          </p:blipFill>
          <p:spPr>
            <a:xfrm>
              <a:off x="7744" y="2562"/>
              <a:ext cx="3713" cy="4235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355" h="2686">
                  <a:moveTo>
                    <a:pt x="0" y="0"/>
                  </a:moveTo>
                  <a:lnTo>
                    <a:pt x="1780" y="0"/>
                  </a:lnTo>
                  <a:lnTo>
                    <a:pt x="2057" y="415"/>
                  </a:lnTo>
                  <a:lnTo>
                    <a:pt x="2355" y="679"/>
                  </a:lnTo>
                  <a:lnTo>
                    <a:pt x="2355" y="2686"/>
                  </a:lnTo>
                  <a:lnTo>
                    <a:pt x="0" y="2686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pic>
          <p:nvPicPr>
            <p:cNvPr id="321" name="图形 37" descr="templates\docerresourceshop\icons\\343439383331383b343531393033323bd3aacffabef6b2df"/>
            <p:cNvPicPr>
              <a:picLocks noChangeAspect="1"/>
            </p:cNvPicPr>
            <p:nvPr/>
          </p:nvPicPr>
          <p:blipFill>
            <a:blip r:embed="rId3"/>
            <a:srcRect t="22482" r="32035"/>
            <a:stretch>
              <a:fillRect/>
            </a:stretch>
          </p:blipFill>
          <p:spPr>
            <a:xfrm>
              <a:off x="7893" y="2903"/>
              <a:ext cx="3414" cy="3894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355" h="2686">
                  <a:moveTo>
                    <a:pt x="0" y="0"/>
                  </a:moveTo>
                  <a:lnTo>
                    <a:pt x="1780" y="0"/>
                  </a:lnTo>
                  <a:lnTo>
                    <a:pt x="2057" y="415"/>
                  </a:lnTo>
                  <a:lnTo>
                    <a:pt x="2355" y="679"/>
                  </a:lnTo>
                  <a:lnTo>
                    <a:pt x="2355" y="2686"/>
                  </a:lnTo>
                  <a:lnTo>
                    <a:pt x="0" y="2686"/>
                  </a:lnTo>
                  <a:lnTo>
                    <a:pt x="0" y="0"/>
                  </a:lnTo>
                  <a:close/>
                </a:path>
              </a:pathLst>
            </a:custGeom>
          </p:spPr>
        </p:pic>
      </p:grpSp>
      <p:grpSp>
        <p:nvGrpSpPr>
          <p:cNvPr id="48131" name="组合 3"/>
          <p:cNvGrpSpPr/>
          <p:nvPr/>
        </p:nvGrpSpPr>
        <p:grpSpPr>
          <a:xfrm flipV="1">
            <a:off x="3473450" y="2908300"/>
            <a:ext cx="2557463" cy="3203575"/>
            <a:chOff x="7728" y="2562"/>
            <a:chExt cx="3745" cy="4690"/>
          </a:xfrm>
        </p:grpSpPr>
        <p:pic>
          <p:nvPicPr>
            <p:cNvPr id="323" name="图形 32" descr="templates\docerresourceshop\icons\\343439383331383b343531393033323bd3aacffabef6b2df"/>
            <p:cNvPicPr>
              <a:picLocks noChangeAspect="1"/>
            </p:cNvPicPr>
            <p:nvPr/>
          </p:nvPicPr>
          <p:blipFill>
            <a:blip r:embed="rId1"/>
            <a:srcRect t="22482" r="32035"/>
            <a:stretch>
              <a:fillRect/>
            </a:stretch>
          </p:blipFill>
          <p:spPr>
            <a:xfrm>
              <a:off x="7728" y="2980"/>
              <a:ext cx="3745" cy="427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355" h="2686">
                  <a:moveTo>
                    <a:pt x="0" y="0"/>
                  </a:moveTo>
                  <a:lnTo>
                    <a:pt x="1780" y="0"/>
                  </a:lnTo>
                  <a:lnTo>
                    <a:pt x="2057" y="415"/>
                  </a:lnTo>
                  <a:lnTo>
                    <a:pt x="2355" y="679"/>
                  </a:lnTo>
                  <a:lnTo>
                    <a:pt x="2355" y="2686"/>
                  </a:lnTo>
                  <a:lnTo>
                    <a:pt x="0" y="2686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pic>
          <p:nvPicPr>
            <p:cNvPr id="324" name="图形 33" descr="templates\docerresourceshop\icons\\343439383331383b343531393033323bd3aacffabef6b2df"/>
            <p:cNvPicPr>
              <a:picLocks noChangeAspect="1"/>
            </p:cNvPicPr>
            <p:nvPr/>
          </p:nvPicPr>
          <p:blipFill>
            <a:blip r:embed="rId2"/>
            <a:srcRect t="22482" r="32035"/>
            <a:stretch>
              <a:fillRect/>
            </a:stretch>
          </p:blipFill>
          <p:spPr>
            <a:xfrm>
              <a:off x="7744" y="2562"/>
              <a:ext cx="3713" cy="4235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355" h="2686">
                  <a:moveTo>
                    <a:pt x="0" y="0"/>
                  </a:moveTo>
                  <a:lnTo>
                    <a:pt x="1780" y="0"/>
                  </a:lnTo>
                  <a:lnTo>
                    <a:pt x="2057" y="415"/>
                  </a:lnTo>
                  <a:lnTo>
                    <a:pt x="2355" y="679"/>
                  </a:lnTo>
                  <a:lnTo>
                    <a:pt x="2355" y="2686"/>
                  </a:lnTo>
                  <a:lnTo>
                    <a:pt x="0" y="2686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pic>
          <p:nvPicPr>
            <p:cNvPr id="325" name="图形 34" descr="templates\docerresourceshop\icons\\343439383331383b343531393033323bd3aacffabef6b2df"/>
            <p:cNvPicPr>
              <a:picLocks noChangeAspect="1"/>
            </p:cNvPicPr>
            <p:nvPr/>
          </p:nvPicPr>
          <p:blipFill>
            <a:blip r:embed="rId3"/>
            <a:srcRect t="22482" r="32035"/>
            <a:stretch>
              <a:fillRect/>
            </a:stretch>
          </p:blipFill>
          <p:spPr>
            <a:xfrm>
              <a:off x="7893" y="2903"/>
              <a:ext cx="3414" cy="3894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355" h="2686">
                  <a:moveTo>
                    <a:pt x="0" y="0"/>
                  </a:moveTo>
                  <a:lnTo>
                    <a:pt x="1780" y="0"/>
                  </a:lnTo>
                  <a:lnTo>
                    <a:pt x="2057" y="415"/>
                  </a:lnTo>
                  <a:lnTo>
                    <a:pt x="2355" y="679"/>
                  </a:lnTo>
                  <a:lnTo>
                    <a:pt x="2355" y="2686"/>
                  </a:lnTo>
                  <a:lnTo>
                    <a:pt x="0" y="2686"/>
                  </a:lnTo>
                  <a:lnTo>
                    <a:pt x="0" y="0"/>
                  </a:lnTo>
                  <a:close/>
                </a:path>
              </a:pathLst>
            </a:custGeom>
          </p:spPr>
        </p:pic>
      </p:grpSp>
      <p:grpSp>
        <p:nvGrpSpPr>
          <p:cNvPr id="48132" name="组合 6"/>
          <p:cNvGrpSpPr/>
          <p:nvPr/>
        </p:nvGrpSpPr>
        <p:grpSpPr>
          <a:xfrm>
            <a:off x="6132513" y="2998788"/>
            <a:ext cx="2557462" cy="3203575"/>
            <a:chOff x="7728" y="2562"/>
            <a:chExt cx="3745" cy="4690"/>
          </a:xfrm>
        </p:grpSpPr>
        <p:pic>
          <p:nvPicPr>
            <p:cNvPr id="327" name="图形 25" descr="templates\docerresourceshop\icons\\343439383331383b343531393033323bd3aacffabef6b2df"/>
            <p:cNvPicPr>
              <a:picLocks noChangeAspect="1"/>
            </p:cNvPicPr>
            <p:nvPr/>
          </p:nvPicPr>
          <p:blipFill>
            <a:blip r:embed="rId1"/>
            <a:srcRect t="22482" r="32035"/>
            <a:stretch>
              <a:fillRect/>
            </a:stretch>
          </p:blipFill>
          <p:spPr>
            <a:xfrm>
              <a:off x="7728" y="2980"/>
              <a:ext cx="3745" cy="427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355" h="2686">
                  <a:moveTo>
                    <a:pt x="0" y="0"/>
                  </a:moveTo>
                  <a:lnTo>
                    <a:pt x="1780" y="0"/>
                  </a:lnTo>
                  <a:lnTo>
                    <a:pt x="2057" y="415"/>
                  </a:lnTo>
                  <a:lnTo>
                    <a:pt x="2355" y="679"/>
                  </a:lnTo>
                  <a:lnTo>
                    <a:pt x="2355" y="2686"/>
                  </a:lnTo>
                  <a:lnTo>
                    <a:pt x="0" y="2686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pic>
          <p:nvPicPr>
            <p:cNvPr id="328" name="图形 26" descr="templates\docerresourceshop\icons\\343439383331383b343531393033323bd3aacffabef6b2df"/>
            <p:cNvPicPr>
              <a:picLocks noChangeAspect="1"/>
            </p:cNvPicPr>
            <p:nvPr/>
          </p:nvPicPr>
          <p:blipFill>
            <a:blip r:embed="rId2"/>
            <a:srcRect t="22482" r="32035"/>
            <a:stretch>
              <a:fillRect/>
            </a:stretch>
          </p:blipFill>
          <p:spPr>
            <a:xfrm>
              <a:off x="7744" y="2562"/>
              <a:ext cx="3713" cy="4235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355" h="2686">
                  <a:moveTo>
                    <a:pt x="0" y="0"/>
                  </a:moveTo>
                  <a:lnTo>
                    <a:pt x="1780" y="0"/>
                  </a:lnTo>
                  <a:lnTo>
                    <a:pt x="2057" y="415"/>
                  </a:lnTo>
                  <a:lnTo>
                    <a:pt x="2355" y="679"/>
                  </a:lnTo>
                  <a:lnTo>
                    <a:pt x="2355" y="2686"/>
                  </a:lnTo>
                  <a:lnTo>
                    <a:pt x="0" y="2686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pic>
          <p:nvPicPr>
            <p:cNvPr id="329" name="图形 27" descr="templates\docerresourceshop\icons\\343439383331383b343531393033323bd3aacffabef6b2df"/>
            <p:cNvPicPr>
              <a:picLocks noChangeAspect="1"/>
            </p:cNvPicPr>
            <p:nvPr/>
          </p:nvPicPr>
          <p:blipFill>
            <a:blip r:embed="rId3"/>
            <a:srcRect t="22482" r="32035"/>
            <a:stretch>
              <a:fillRect/>
            </a:stretch>
          </p:blipFill>
          <p:spPr>
            <a:xfrm>
              <a:off x="7893" y="2903"/>
              <a:ext cx="3414" cy="3894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355" h="2686">
                  <a:moveTo>
                    <a:pt x="0" y="0"/>
                  </a:moveTo>
                  <a:lnTo>
                    <a:pt x="1780" y="0"/>
                  </a:lnTo>
                  <a:lnTo>
                    <a:pt x="2057" y="415"/>
                  </a:lnTo>
                  <a:lnTo>
                    <a:pt x="2355" y="679"/>
                  </a:lnTo>
                  <a:lnTo>
                    <a:pt x="2355" y="2686"/>
                  </a:lnTo>
                  <a:lnTo>
                    <a:pt x="0" y="2686"/>
                  </a:lnTo>
                  <a:lnTo>
                    <a:pt x="0" y="0"/>
                  </a:lnTo>
                  <a:close/>
                </a:path>
              </a:pathLst>
            </a:custGeom>
          </p:spPr>
        </p:pic>
      </p:grpSp>
      <p:grpSp>
        <p:nvGrpSpPr>
          <p:cNvPr id="48133" name="组合 7"/>
          <p:cNvGrpSpPr/>
          <p:nvPr/>
        </p:nvGrpSpPr>
        <p:grpSpPr>
          <a:xfrm flipV="1">
            <a:off x="8824913" y="2998788"/>
            <a:ext cx="2557462" cy="3203575"/>
            <a:chOff x="7728" y="2562"/>
            <a:chExt cx="3745" cy="4690"/>
          </a:xfrm>
        </p:grpSpPr>
        <p:pic>
          <p:nvPicPr>
            <p:cNvPr id="331" name="图形 22" descr="templates\docerresourceshop\icons\\343439383331383b343531393033323bd3aacffabef6b2df"/>
            <p:cNvPicPr>
              <a:picLocks noChangeAspect="1"/>
            </p:cNvPicPr>
            <p:nvPr/>
          </p:nvPicPr>
          <p:blipFill>
            <a:blip r:embed="rId1"/>
            <a:srcRect t="22482" r="32035"/>
            <a:stretch>
              <a:fillRect/>
            </a:stretch>
          </p:blipFill>
          <p:spPr>
            <a:xfrm>
              <a:off x="7728" y="2980"/>
              <a:ext cx="3745" cy="427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355" h="2686">
                  <a:moveTo>
                    <a:pt x="0" y="0"/>
                  </a:moveTo>
                  <a:lnTo>
                    <a:pt x="1780" y="0"/>
                  </a:lnTo>
                  <a:lnTo>
                    <a:pt x="2057" y="415"/>
                  </a:lnTo>
                  <a:lnTo>
                    <a:pt x="2355" y="679"/>
                  </a:lnTo>
                  <a:lnTo>
                    <a:pt x="2355" y="2686"/>
                  </a:lnTo>
                  <a:lnTo>
                    <a:pt x="0" y="2686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pic>
          <p:nvPicPr>
            <p:cNvPr id="332" name="图形 23" descr="templates\docerresourceshop\icons\\343439383331383b343531393033323bd3aacffabef6b2df"/>
            <p:cNvPicPr>
              <a:picLocks noChangeAspect="1"/>
            </p:cNvPicPr>
            <p:nvPr/>
          </p:nvPicPr>
          <p:blipFill>
            <a:blip r:embed="rId2"/>
            <a:srcRect t="22482" r="32035"/>
            <a:stretch>
              <a:fillRect/>
            </a:stretch>
          </p:blipFill>
          <p:spPr>
            <a:xfrm>
              <a:off x="7744" y="2562"/>
              <a:ext cx="3713" cy="4235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355" h="2686">
                  <a:moveTo>
                    <a:pt x="0" y="0"/>
                  </a:moveTo>
                  <a:lnTo>
                    <a:pt x="1780" y="0"/>
                  </a:lnTo>
                  <a:lnTo>
                    <a:pt x="2057" y="415"/>
                  </a:lnTo>
                  <a:lnTo>
                    <a:pt x="2355" y="679"/>
                  </a:lnTo>
                  <a:lnTo>
                    <a:pt x="2355" y="2686"/>
                  </a:lnTo>
                  <a:lnTo>
                    <a:pt x="0" y="2686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pic>
          <p:nvPicPr>
            <p:cNvPr id="333" name="图形 24" descr="templates\docerresourceshop\icons\\343439383331383b343531393033323bd3aacffabef6b2df"/>
            <p:cNvPicPr>
              <a:picLocks noChangeAspect="1"/>
            </p:cNvPicPr>
            <p:nvPr/>
          </p:nvPicPr>
          <p:blipFill>
            <a:blip r:embed="rId3"/>
            <a:srcRect t="22482" r="32035"/>
            <a:stretch>
              <a:fillRect/>
            </a:stretch>
          </p:blipFill>
          <p:spPr>
            <a:xfrm>
              <a:off x="7893" y="2903"/>
              <a:ext cx="3414" cy="3894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355" h="2686">
                  <a:moveTo>
                    <a:pt x="0" y="0"/>
                  </a:moveTo>
                  <a:lnTo>
                    <a:pt x="1780" y="0"/>
                  </a:lnTo>
                  <a:lnTo>
                    <a:pt x="2057" y="415"/>
                  </a:lnTo>
                  <a:lnTo>
                    <a:pt x="2355" y="679"/>
                  </a:lnTo>
                  <a:lnTo>
                    <a:pt x="2355" y="2686"/>
                  </a:lnTo>
                  <a:lnTo>
                    <a:pt x="0" y="2686"/>
                  </a:lnTo>
                  <a:lnTo>
                    <a:pt x="0" y="0"/>
                  </a:lnTo>
                  <a:close/>
                </a:path>
              </a:pathLst>
            </a:custGeom>
          </p:spPr>
        </p:pic>
      </p:grpSp>
      <p:sp>
        <p:nvSpPr>
          <p:cNvPr id="334" name="椭圆 11"/>
          <p:cNvSpPr/>
          <p:nvPr/>
        </p:nvSpPr>
        <p:spPr>
          <a:xfrm>
            <a:off x="4510088" y="1900238"/>
            <a:ext cx="519113" cy="51911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方正宝黑体 简 Medium" panose="02010600010101010101" charset="-122"/>
              <a:ea typeface="方正宝黑体 简 Medium" panose="02010600010101010101" charset="-122"/>
              <a:cs typeface="+mn-cs"/>
              <a:sym typeface="方正宝黑体 简 Medium" panose="02010600010101010101" charset="-122"/>
            </a:endParaRPr>
          </a:p>
        </p:txBody>
      </p:sp>
      <p:sp>
        <p:nvSpPr>
          <p:cNvPr id="335" name="椭圆 13"/>
          <p:cNvSpPr/>
          <p:nvPr/>
        </p:nvSpPr>
        <p:spPr>
          <a:xfrm>
            <a:off x="9820275" y="1900238"/>
            <a:ext cx="519113" cy="51911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方正宝黑体 简 Medium" panose="02010600010101010101" charset="-122"/>
              <a:ea typeface="方正宝黑体 简 Medium" panose="02010600010101010101" charset="-122"/>
              <a:cs typeface="+mn-cs"/>
              <a:sym typeface="方正宝黑体 简 Medium" panose="02010600010101010101" charset="-122"/>
            </a:endParaRPr>
          </a:p>
        </p:txBody>
      </p:sp>
      <p:sp>
        <p:nvSpPr>
          <p:cNvPr id="48136" name="文本框 40"/>
          <p:cNvSpPr txBox="1"/>
          <p:nvPr/>
        </p:nvSpPr>
        <p:spPr>
          <a:xfrm flipH="1">
            <a:off x="4487863" y="1960563"/>
            <a:ext cx="563562" cy="398462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方正宝黑体 简 Medium" panose="02010600010101010101" charset="-122"/>
                <a:ea typeface="方正宝黑体 简 Medium" panose="02010600010101010101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方正宝黑体 简 Medium" panose="02010600010101010101" charset="-122"/>
                <a:ea typeface="方正宝黑体 简 Medium" panose="02010600010101010101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方正宝黑体 简 Medium" panose="02010600010101010101" charset="-122"/>
                <a:ea typeface="方正宝黑体 简 Medium" panose="02010600010101010101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方正宝黑体 简 Medium" panose="02010600010101010101" charset="-122"/>
                <a:ea typeface="方正宝黑体 简 Medium" panose="02010600010101010101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方正宝黑体 简 Medium" panose="02010600010101010101" charset="-122"/>
                <a:ea typeface="方正宝黑体 简 Medium" panose="02010600010101010101" charset="-122"/>
                <a:cs typeface="+mn-cs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000" dirty="0">
                <a:solidFill>
                  <a:schemeClr val="bg1"/>
                </a:solidFill>
                <a:sym typeface="方正宝黑体 简 Medium" panose="02010600010101010101" charset="-122"/>
              </a:rPr>
              <a:t>02</a:t>
            </a:r>
            <a:endParaRPr lang="en-US" altLang="zh-CN" sz="2000" dirty="0">
              <a:solidFill>
                <a:schemeClr val="bg1"/>
              </a:solidFill>
              <a:sym typeface="方正宝黑体 简 Medium" panose="02010600010101010101" charset="-122"/>
            </a:endParaRPr>
          </a:p>
        </p:txBody>
      </p:sp>
      <p:sp>
        <p:nvSpPr>
          <p:cNvPr id="48137" name="文本框 43"/>
          <p:cNvSpPr txBox="1"/>
          <p:nvPr/>
        </p:nvSpPr>
        <p:spPr>
          <a:xfrm flipH="1">
            <a:off x="9799638" y="1960563"/>
            <a:ext cx="561975" cy="398462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方正宝黑体 简 Medium" panose="02010600010101010101" charset="-122"/>
                <a:ea typeface="方正宝黑体 简 Medium" panose="02010600010101010101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方正宝黑体 简 Medium" panose="02010600010101010101" charset="-122"/>
                <a:ea typeface="方正宝黑体 简 Medium" panose="02010600010101010101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方正宝黑体 简 Medium" panose="02010600010101010101" charset="-122"/>
                <a:ea typeface="方正宝黑体 简 Medium" panose="02010600010101010101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方正宝黑体 简 Medium" panose="02010600010101010101" charset="-122"/>
                <a:ea typeface="方正宝黑体 简 Medium" panose="02010600010101010101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方正宝黑体 简 Medium" panose="02010600010101010101" charset="-122"/>
                <a:ea typeface="方正宝黑体 简 Medium" panose="02010600010101010101" charset="-122"/>
                <a:cs typeface="+mn-cs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000" dirty="0">
                <a:solidFill>
                  <a:schemeClr val="bg1"/>
                </a:solidFill>
                <a:sym typeface="方正宝黑体 简 Medium" panose="02010600010101010101" charset="-122"/>
              </a:rPr>
              <a:t>04</a:t>
            </a:r>
            <a:endParaRPr lang="en-US" altLang="zh-CN" sz="2000" dirty="0">
              <a:solidFill>
                <a:schemeClr val="bg1"/>
              </a:solidFill>
              <a:sym typeface="方正宝黑体 简 Medium" panose="02010600010101010101" charset="-122"/>
            </a:endParaRPr>
          </a:p>
        </p:txBody>
      </p:sp>
      <p:sp>
        <p:nvSpPr>
          <p:cNvPr id="48138" name="文本框 1"/>
          <p:cNvSpPr txBox="1"/>
          <p:nvPr/>
        </p:nvSpPr>
        <p:spPr>
          <a:xfrm>
            <a:off x="422275" y="160338"/>
            <a:ext cx="4768850" cy="5778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buNone/>
            </a:pPr>
            <a:r>
              <a:rPr lang="zh-CN" altLang="en-US" sz="3200" b="1" dirty="0">
                <a:solidFill>
                  <a:srgbClr val="526680"/>
                </a:solidFill>
                <a:latin typeface="方正宝黑体 简 Medium" panose="02010600010101010101" charset="-122"/>
              </a:rPr>
              <a:t>潜力画像逻辑</a:t>
            </a:r>
            <a:endParaRPr lang="zh-CN" altLang="en-US" sz="3200" b="1" dirty="0">
              <a:solidFill>
                <a:srgbClr val="526680"/>
              </a:solidFill>
              <a:latin typeface="方正宝黑体 简 Medium" panose="02010600010101010101" charset="-122"/>
            </a:endParaRPr>
          </a:p>
        </p:txBody>
      </p:sp>
      <p:pic>
        <p:nvPicPr>
          <p:cNvPr id="48139" name="图片 33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963" y="796925"/>
            <a:ext cx="10782300" cy="2525713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48140" name="文本框 339"/>
          <p:cNvSpPr txBox="1"/>
          <p:nvPr/>
        </p:nvSpPr>
        <p:spPr>
          <a:xfrm>
            <a:off x="1473200" y="3690938"/>
            <a:ext cx="1462088" cy="17399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buNone/>
            </a:pPr>
            <a:r>
              <a:rPr lang="zh-CN" altLang="en-US" dirty="0">
                <a:latin typeface="方正宝黑体 简 Medium" panose="02010600010101010101" charset="-122"/>
              </a:rPr>
              <a:t>学习能力：</a:t>
            </a:r>
            <a:r>
              <a:rPr lang="en-US" altLang="zh-CN" dirty="0">
                <a:latin typeface="方正宝黑体 简 Medium" panose="02010600010101010101" charset="-122"/>
              </a:rPr>
              <a:t>50 + </a:t>
            </a:r>
            <a:r>
              <a:rPr lang="zh-CN" altLang="en-US" dirty="0">
                <a:latin typeface="方正宝黑体 简 Medium" panose="02010600010101010101" charset="-122"/>
              </a:rPr>
              <a:t>任务难度增长率 </a:t>
            </a:r>
            <a:r>
              <a:rPr lang="en-US" altLang="zh-CN" dirty="0">
                <a:latin typeface="方正宝黑体 简 Medium" panose="02010600010101010101" charset="-122"/>
              </a:rPr>
              <a:t>×10</a:t>
            </a:r>
            <a:r>
              <a:rPr lang="zh-CN" altLang="en-US" dirty="0">
                <a:latin typeface="方正宝黑体 简 Medium" panose="02010600010101010101" charset="-122"/>
              </a:rPr>
              <a:t>（难度提升越快得分越高）</a:t>
            </a:r>
            <a:endParaRPr lang="zh-CN" altLang="en-US" dirty="0">
              <a:latin typeface="方正宝黑体 简 Medium" panose="02010600010101010101" charset="-122"/>
            </a:endParaRPr>
          </a:p>
        </p:txBody>
      </p:sp>
      <p:sp>
        <p:nvSpPr>
          <p:cNvPr id="48141" name="文本框 340"/>
          <p:cNvSpPr txBox="1"/>
          <p:nvPr/>
        </p:nvSpPr>
        <p:spPr>
          <a:xfrm>
            <a:off x="4089400" y="3678238"/>
            <a:ext cx="1358900" cy="17399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p>
            <a:pPr eaLnBrk="1" hangingPunct="1">
              <a:buNone/>
            </a:pPr>
            <a:r>
              <a:rPr lang="zh-CN" altLang="en-US" dirty="0">
                <a:latin typeface="方正宝黑体 简 Medium" panose="02010600010101010101" charset="-122"/>
              </a:rPr>
              <a:t>成长速度：</a:t>
            </a:r>
            <a:r>
              <a:rPr lang="zh-CN" altLang="zh-CN" dirty="0">
                <a:latin typeface="方正宝黑体 简 Medium" panose="02010600010101010101" charset="-122"/>
              </a:rPr>
              <a:t>50 + </a:t>
            </a:r>
            <a:r>
              <a:rPr lang="zh-CN" altLang="en-US" dirty="0">
                <a:latin typeface="方正宝黑体 简 Medium" panose="02010600010101010101" charset="-122"/>
              </a:rPr>
              <a:t>质量评分增长率 </a:t>
            </a:r>
            <a:r>
              <a:rPr lang="zh-CN" altLang="zh-CN" dirty="0">
                <a:latin typeface="方正宝黑体 简 Medium" panose="02010600010101010101" charset="-122"/>
              </a:rPr>
              <a:t>×50</a:t>
            </a:r>
            <a:r>
              <a:rPr lang="zh-CN" altLang="en-US" dirty="0">
                <a:latin typeface="方正宝黑体 简 Medium" panose="02010600010101010101" charset="-122"/>
              </a:rPr>
              <a:t>（质量提升越快得分越高）</a:t>
            </a:r>
            <a:endParaRPr lang="zh-CN" altLang="en-US" dirty="0">
              <a:latin typeface="方正宝黑体 简 Medium" panose="02010600010101010101" charset="-122"/>
            </a:endParaRPr>
          </a:p>
        </p:txBody>
      </p:sp>
      <p:sp>
        <p:nvSpPr>
          <p:cNvPr id="48142" name="文本框 341"/>
          <p:cNvSpPr txBox="1"/>
          <p:nvPr/>
        </p:nvSpPr>
        <p:spPr>
          <a:xfrm>
            <a:off x="6743700" y="3730625"/>
            <a:ext cx="1447800" cy="17399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p>
            <a:pPr eaLnBrk="1" hangingPunct="1">
              <a:buNone/>
            </a:pPr>
            <a:r>
              <a:rPr lang="zh-CN" altLang="en-US" dirty="0">
                <a:latin typeface="方正宝黑体 简 Medium" panose="02010600010101010101" charset="-122"/>
              </a:rPr>
              <a:t>激励响应：积分与质量评分的皮尔逊相关系数映射（</a:t>
            </a:r>
            <a:r>
              <a:rPr lang="zh-CN" altLang="zh-CN" dirty="0">
                <a:latin typeface="方正宝黑体 简 Medium" panose="02010600010101010101" charset="-122"/>
              </a:rPr>
              <a:t>0-100 </a:t>
            </a:r>
            <a:r>
              <a:rPr lang="zh-CN" altLang="en-US" dirty="0">
                <a:latin typeface="方正宝黑体 简 Medium" panose="02010600010101010101" charset="-122"/>
              </a:rPr>
              <a:t>分）</a:t>
            </a:r>
            <a:endParaRPr lang="zh-CN" altLang="en-US" dirty="0">
              <a:latin typeface="方正宝黑体 简 Medium" panose="02010600010101010101" charset="-122"/>
            </a:endParaRPr>
          </a:p>
        </p:txBody>
      </p:sp>
      <p:sp>
        <p:nvSpPr>
          <p:cNvPr id="343" name="文本框 342"/>
          <p:cNvSpPr txBox="1"/>
          <p:nvPr/>
        </p:nvSpPr>
        <p:spPr>
          <a:xfrm>
            <a:off x="9249410" y="3769360"/>
            <a:ext cx="1708150" cy="1791335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noAutofit/>
          </a:bodyPr>
          <a:lstStyle/>
          <a:p>
            <a:pPr marR="0" defTabSz="91440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600" kern="1200" cap="none" spc="0" normalizeH="0" baseline="0" noProof="0">
                <a:solidFill>
                  <a:srgbClr val="222222">
                    <a:alpha val="100000"/>
                  </a:srgbClr>
                </a:solidFill>
                <a:highlight>
                  <a:srgbClr val="FFFFFF">
                    <a:alpha val="10000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晋升概率：(学习 30%+ 成长 30%+ 激励 20%+ 基础能力 20%)/100（0.1-0.95 区间）</a:t>
            </a:r>
            <a:endParaRPr kumimoji="0" sz="1600" kern="1200" cap="none" spc="0" normalizeH="0" baseline="0" noProof="0">
              <a:solidFill>
                <a:srgbClr val="222222">
                  <a:alpha val="100000"/>
                </a:srgbClr>
              </a:solidFill>
              <a:highlight>
                <a:srgbClr val="FFFFFF">
                  <a:alpha val="100000"/>
                </a:srgbClr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5" name="矩形: 圆角 3"/>
          <p:cNvSpPr/>
          <p:nvPr/>
        </p:nvSpPr>
        <p:spPr>
          <a:xfrm>
            <a:off x="1130300" y="4338638"/>
            <a:ext cx="4025900" cy="2219325"/>
          </a:xfrm>
          <a:prstGeom prst="roundRect">
            <a:avLst>
              <a:gd name="adj" fmla="val 508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方正宝黑体 简 Medium" panose="02010600010101010101" charset="-122"/>
                <a:ea typeface="方正宝黑体 简 Medium" panose="02010600010101010101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方正宝黑体 简 Medium" panose="02010600010101010101" charset="-122"/>
                <a:ea typeface="方正宝黑体 简 Medium" panose="02010600010101010101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方正宝黑体 简 Medium" panose="02010600010101010101" charset="-122"/>
                <a:ea typeface="方正宝黑体 简 Medium" panose="02010600010101010101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方正宝黑体 简 Medium" panose="02010600010101010101" charset="-122"/>
                <a:ea typeface="方正宝黑体 简 Medium" panose="02010600010101010101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方正宝黑体 简 Medium" panose="02010600010101010101" charset="-122"/>
                <a:ea typeface="方正宝黑体 简 Medium" panose="02010600010101010101" charset="-122"/>
                <a:cs typeface="+mn-cs"/>
              </a:defRPr>
            </a:lvl5pPr>
          </a:lstStyle>
          <a:p>
            <a:pPr lvl="0" algn="ctr" eaLnBrk="1" hangingPunct="1">
              <a:buNone/>
            </a:pPr>
            <a:r>
              <a:rPr lang="zh-CN" altLang="en-US" sz="1600" dirty="0">
                <a:solidFill>
                  <a:srgbClr val="FFFFFF"/>
                </a:solidFill>
                <a:latin typeface="方正宝黑体 简 Medium" panose="02010600010101010101" charset="-122"/>
                <a:sym typeface="方正宝黑体 简 Medium" panose="02010600010101010101" charset="-122"/>
              </a:rPr>
              <a:t>平均质量得分：</a:t>
            </a:r>
            <a:endParaRPr lang="zh-CN" altLang="en-US" sz="1600" dirty="0">
              <a:solidFill>
                <a:srgbClr val="FFFFFF"/>
              </a:solidFill>
              <a:latin typeface="方正宝黑体 简 Medium" panose="02010600010101010101" charset="-122"/>
              <a:sym typeface="方正宝黑体 简 Medium" panose="02010600010101010101" charset="-122"/>
            </a:endParaRPr>
          </a:p>
          <a:p>
            <a:pPr lvl="0" algn="ctr" eaLnBrk="1" hangingPunct="1">
              <a:buNone/>
            </a:pPr>
            <a:r>
              <a:rPr lang="zh-CN" altLang="en-US" sz="1600" dirty="0">
                <a:solidFill>
                  <a:srgbClr val="FFFFFF"/>
                </a:solidFill>
                <a:latin typeface="方正宝黑体 简 Medium" panose="02010600010101010101" charset="-122"/>
                <a:sym typeface="方正宝黑体 简 Medium" panose="02010600010101010101" charset="-122"/>
              </a:rPr>
              <a:t>后端取</a:t>
            </a:r>
            <a:r>
              <a:rPr lang="zh-CN" altLang="zh-CN" sz="1600" dirty="0">
                <a:solidFill>
                  <a:srgbClr val="FFFFFF"/>
                </a:solidFill>
                <a:latin typeface="方正宝黑体 简 Medium" panose="02010600010101010101" charset="-122"/>
                <a:sym typeface="方正宝黑体 简 Medium" panose="02010600010101010101" charset="-122"/>
              </a:rPr>
              <a:t>biz_workload_detail</a:t>
            </a:r>
            <a:r>
              <a:rPr lang="zh-CN" altLang="en-US" sz="1600" dirty="0">
                <a:solidFill>
                  <a:srgbClr val="FFFFFF"/>
                </a:solidFill>
                <a:latin typeface="方正宝黑体 简 Medium" panose="02010600010101010101" charset="-122"/>
                <a:sym typeface="方正宝黑体 简 Medium" panose="02010600010101010101" charset="-122"/>
              </a:rPr>
              <a:t>表</a:t>
            </a:r>
            <a:r>
              <a:rPr lang="zh-CN" altLang="zh-CN" sz="1600" dirty="0">
                <a:solidFill>
                  <a:srgbClr val="FFFFFF"/>
                </a:solidFill>
                <a:latin typeface="方正宝黑体 简 Medium" panose="02010600010101010101" charset="-122"/>
                <a:sym typeface="方正宝黑体 简 Medium" panose="02010600010101010101" charset="-122"/>
              </a:rPr>
              <a:t>quality_score</a:t>
            </a:r>
            <a:r>
              <a:rPr lang="zh-CN" altLang="en-US" sz="1600" dirty="0">
                <a:solidFill>
                  <a:srgbClr val="FFFFFF"/>
                </a:solidFill>
                <a:latin typeface="方正宝黑体 简 Medium" panose="02010600010101010101" charset="-122"/>
                <a:sym typeface="方正宝黑体 简 Medium" panose="02010600010101010101" charset="-122"/>
              </a:rPr>
              <a:t>字段（</a:t>
            </a:r>
            <a:r>
              <a:rPr lang="zh-CN" altLang="zh-CN" sz="1600" dirty="0">
                <a:solidFill>
                  <a:srgbClr val="FFFFFF"/>
                </a:solidFill>
                <a:latin typeface="方正宝黑体 简 Medium" panose="02010600010101010101" charset="-122"/>
                <a:sym typeface="方正宝黑体 简 Medium" panose="02010600010101010101" charset="-122"/>
              </a:rPr>
              <a:t>0-1</a:t>
            </a:r>
            <a:r>
              <a:rPr lang="zh-CN" altLang="en-US" sz="1600" dirty="0">
                <a:solidFill>
                  <a:srgbClr val="FFFFFF"/>
                </a:solidFill>
                <a:latin typeface="方正宝黑体 简 Medium" panose="02010600010101010101" charset="-122"/>
                <a:sym typeface="方正宝黑体 简 Medium" panose="02010600010101010101" charset="-122"/>
              </a:rPr>
              <a:t>，对应 </a:t>
            </a:r>
            <a:r>
              <a:rPr lang="zh-CN" altLang="zh-CN" sz="1600" dirty="0">
                <a:solidFill>
                  <a:srgbClr val="FFFFFF"/>
                </a:solidFill>
                <a:latin typeface="方正宝黑体 简 Medium" panose="02010600010101010101" charset="-122"/>
                <a:sym typeface="方正宝黑体 简 Medium" panose="02010600010101010101" charset="-122"/>
              </a:rPr>
              <a:t>1-5 </a:t>
            </a:r>
            <a:r>
              <a:rPr lang="zh-CN" altLang="en-US" sz="1600" dirty="0">
                <a:solidFill>
                  <a:srgbClr val="FFFFFF"/>
                </a:solidFill>
                <a:latin typeface="方正宝黑体 简 Medium" panose="02010600010101010101" charset="-122"/>
                <a:sym typeface="方正宝黑体 简 Medium" panose="02010600010101010101" charset="-122"/>
              </a:rPr>
              <a:t>星）；
用 </a:t>
            </a:r>
            <a:r>
              <a:rPr lang="zh-CN" altLang="zh-CN" sz="1600" dirty="0">
                <a:solidFill>
                  <a:srgbClr val="FFFFFF"/>
                </a:solidFill>
                <a:latin typeface="方正宝黑体 简 Medium" panose="02010600010101010101" charset="-122"/>
                <a:sym typeface="方正宝黑体 简 Medium" panose="02010600010101010101" charset="-122"/>
              </a:rPr>
              <a:t>SQLAVG(quality_score)</a:t>
            </a:r>
            <a:r>
              <a:rPr lang="zh-CN" altLang="en-US" sz="1600" dirty="0">
                <a:solidFill>
                  <a:srgbClr val="FFFFFF"/>
                </a:solidFill>
                <a:latin typeface="方正宝黑体 简 Medium" panose="02010600010101010101" charset="-122"/>
                <a:sym typeface="方正宝黑体 简 Medium" panose="02010600010101010101" charset="-122"/>
              </a:rPr>
              <a:t>算平均得分（仍 </a:t>
            </a:r>
            <a:r>
              <a:rPr lang="zh-CN" altLang="zh-CN" sz="1600" dirty="0">
                <a:solidFill>
                  <a:srgbClr val="FFFFFF"/>
                </a:solidFill>
                <a:latin typeface="方正宝黑体 简 Medium" panose="02010600010101010101" charset="-122"/>
                <a:sym typeface="方正宝黑体 简 Medium" panose="02010600010101010101" charset="-122"/>
              </a:rPr>
              <a:t>0-1</a:t>
            </a:r>
            <a:r>
              <a:rPr lang="zh-CN" altLang="en-US" sz="1600" dirty="0">
                <a:solidFill>
                  <a:srgbClr val="FFFFFF"/>
                </a:solidFill>
                <a:latin typeface="方正宝黑体 简 Medium" panose="02010600010101010101" charset="-122"/>
                <a:sym typeface="方正宝黑体 简 Medium" panose="02010600010101010101" charset="-122"/>
              </a:rPr>
              <a:t>）；
前端 </a:t>
            </a:r>
            <a:r>
              <a:rPr lang="zh-CN" altLang="zh-CN" sz="1600" dirty="0">
                <a:solidFill>
                  <a:srgbClr val="FFFFFF"/>
                </a:solidFill>
                <a:latin typeface="方正宝黑体 简 Medium" panose="02010600010101010101" charset="-122"/>
                <a:sym typeface="方正宝黑体 简 Medium" panose="02010600010101010101" charset="-122"/>
              </a:rPr>
              <a:t>×5 </a:t>
            </a:r>
            <a:r>
              <a:rPr lang="zh-CN" altLang="en-US" sz="1600" dirty="0">
                <a:solidFill>
                  <a:srgbClr val="FFFFFF"/>
                </a:solidFill>
                <a:latin typeface="方正宝黑体 简 Medium" panose="02010600010101010101" charset="-122"/>
                <a:sym typeface="方正宝黑体 简 Medium" panose="02010600010101010101" charset="-122"/>
              </a:rPr>
              <a:t>转星级（例：</a:t>
            </a:r>
            <a:r>
              <a:rPr lang="zh-CN" altLang="zh-CN" sz="1600" dirty="0">
                <a:solidFill>
                  <a:srgbClr val="FFFFFF"/>
                </a:solidFill>
                <a:latin typeface="方正宝黑体 简 Medium" panose="02010600010101010101" charset="-122"/>
                <a:sym typeface="方正宝黑体 简 Medium" panose="02010600010101010101" charset="-122"/>
              </a:rPr>
              <a:t>0.94→4.</a:t>
            </a:r>
            <a:r>
              <a:rPr lang="zh-CN" altLang="zh-CN" dirty="0">
                <a:solidFill>
                  <a:srgbClr val="FFFFFF"/>
                </a:solidFill>
                <a:latin typeface="方正宝黑体 简 Medium" panose="02010600010101010101" charset="-122"/>
                <a:sym typeface="方正宝黑体 简 Medium" panose="02010600010101010101" charset="-122"/>
              </a:rPr>
              <a:t>7 </a:t>
            </a:r>
            <a:r>
              <a:rPr lang="zh-CN" altLang="en-US" dirty="0">
                <a:solidFill>
                  <a:srgbClr val="FFFFFF"/>
                </a:solidFill>
                <a:latin typeface="方正宝黑体 简 Medium" panose="02010600010101010101" charset="-122"/>
                <a:sym typeface="方正宝黑体 简 Medium" panose="02010600010101010101" charset="-122"/>
              </a:rPr>
              <a:t>星）</a:t>
            </a:r>
            <a:endParaRPr lang="zh-CN" altLang="en-US" dirty="0">
              <a:solidFill>
                <a:srgbClr val="FFFFFF"/>
              </a:solidFill>
              <a:latin typeface="方正宝黑体 简 Medium" panose="02010600010101010101" charset="-122"/>
              <a:sym typeface="方正宝黑体 简 Medium" panose="02010600010101010101" charset="-122"/>
            </a:endParaRPr>
          </a:p>
        </p:txBody>
      </p:sp>
      <p:sp>
        <p:nvSpPr>
          <p:cNvPr id="50179" name="矩形 1"/>
          <p:cNvSpPr/>
          <p:nvPr/>
        </p:nvSpPr>
        <p:spPr>
          <a:xfrm>
            <a:off x="760413" y="1944688"/>
            <a:ext cx="1874837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方正宝黑体 简 Medium" panose="02010600010101010101" charset="-122"/>
                <a:ea typeface="方正宝黑体 简 Medium" panose="02010600010101010101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方正宝黑体 简 Medium" panose="02010600010101010101" charset="-122"/>
                <a:ea typeface="方正宝黑体 简 Medium" panose="02010600010101010101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方正宝黑体 简 Medium" panose="02010600010101010101" charset="-122"/>
                <a:ea typeface="方正宝黑体 简 Medium" panose="02010600010101010101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方正宝黑体 简 Medium" panose="02010600010101010101" charset="-122"/>
                <a:ea typeface="方正宝黑体 简 Medium" panose="02010600010101010101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方正宝黑体 简 Medium" panose="02010600010101010101" charset="-122"/>
                <a:ea typeface="方正宝黑体 简 Medium" panose="02010600010101010101" charset="-122"/>
                <a:cs typeface="+mn-cs"/>
              </a:defRPr>
            </a:lvl5pPr>
          </a:lstStyle>
          <a:p>
            <a:pPr marL="0" lvl="0" indent="0" algn="dist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chemeClr val="bg1"/>
                </a:solidFill>
                <a:sym typeface="方正宝黑体 简 Medium" panose="02010600010101010101" charset="-122"/>
              </a:rPr>
              <a:t>输入标题</a:t>
            </a:r>
            <a:endParaRPr lang="zh-CN" altLang="en-US" sz="2400" dirty="0">
              <a:solidFill>
                <a:schemeClr val="bg1"/>
              </a:solidFill>
              <a:sym typeface="方正宝黑体 简 Medium" panose="02010600010101010101" charset="-122"/>
            </a:endParaRPr>
          </a:p>
        </p:txBody>
      </p:sp>
      <p:sp>
        <p:nvSpPr>
          <p:cNvPr id="347" name="矩形: 圆角 4"/>
          <p:cNvSpPr/>
          <p:nvPr/>
        </p:nvSpPr>
        <p:spPr>
          <a:xfrm>
            <a:off x="6594475" y="4338638"/>
            <a:ext cx="4643438" cy="2219325"/>
          </a:xfrm>
          <a:prstGeom prst="roundRect">
            <a:avLst>
              <a:gd name="adj" fmla="val 5088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方正宝黑体 简 Medium" panose="02010600010101010101" charset="-122"/>
              <a:ea typeface="方正宝黑体 简 Medium" panose="02010600010101010101" charset="-122"/>
              <a:cs typeface="+mn-cs"/>
              <a:sym typeface="方正宝黑体 简 Medium" panose="02010600010101010101" charset="-122"/>
            </a:endParaRPr>
          </a:p>
        </p:txBody>
      </p:sp>
      <p:sp>
        <p:nvSpPr>
          <p:cNvPr id="348" name="矩形 8"/>
          <p:cNvSpPr/>
          <p:nvPr/>
        </p:nvSpPr>
        <p:spPr>
          <a:xfrm>
            <a:off x="6294438" y="1944688"/>
            <a:ext cx="1876425" cy="46196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方正宝黑体 简 Medium" panose="02010600010101010101" charset="-122"/>
                <a:ea typeface="方正宝黑体 简 Medium" panose="02010600010101010101" charset="-122"/>
                <a:cs typeface="+mn-cs"/>
                <a:sym typeface="方正宝黑体 简 Medium" panose="02010600010101010101" charset="-122"/>
              </a:rPr>
              <a:t>输入标题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方正宝黑体 简 Medium" panose="02010600010101010101" charset="-122"/>
              <a:ea typeface="方正宝黑体 简 Medium" panose="02010600010101010101" charset="-122"/>
              <a:cs typeface="+mn-cs"/>
              <a:sym typeface="方正宝黑体 简 Medium" panose="02010600010101010101" charset="-122"/>
            </a:endParaRPr>
          </a:p>
        </p:txBody>
      </p:sp>
      <p:sp>
        <p:nvSpPr>
          <p:cNvPr id="349" name="文本框 5"/>
          <p:cNvSpPr txBox="1"/>
          <p:nvPr/>
        </p:nvSpPr>
        <p:spPr>
          <a:xfrm>
            <a:off x="387863" y="310922"/>
            <a:ext cx="4768850" cy="5207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defTabSz="91440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2800" b="1" kern="1200" cap="none" spc="0" normalizeH="0" baseline="0" noProof="0">
                <a:solidFill>
                  <a:schemeClr val="accent1">
                    <a:alpha val="100000"/>
                  </a:schemeClr>
                </a:solidFill>
                <a:highlight>
                  <a:srgbClr val="FFFFFF">
                    <a:alpha val="100000"/>
                  </a:srgbClr>
                </a:highlight>
                <a:latin typeface="Inter"/>
                <a:ea typeface="Inter"/>
                <a:cs typeface="+mn-cs"/>
              </a:rPr>
              <a:t>工作量管理</a:t>
            </a:r>
            <a:r>
              <a:rPr kumimoji="0" lang="zh-CN" sz="2800" b="1" kern="1200" cap="none" spc="0" normalizeH="0" baseline="0" noProof="0">
                <a:solidFill>
                  <a:schemeClr val="accent1">
                    <a:alpha val="100000"/>
                  </a:schemeClr>
                </a:solidFill>
                <a:highlight>
                  <a:srgbClr val="FFFFFF">
                    <a:alpha val="100000"/>
                  </a:srgbClr>
                </a:highlight>
                <a:latin typeface="Inter"/>
                <a:ea typeface="Inter"/>
                <a:cs typeface="+mn-cs"/>
              </a:rPr>
              <a:t>计算逻辑</a:t>
            </a:r>
            <a:endParaRPr kumimoji="0" lang="zh-CN" sz="2800" b="1" kern="1200" cap="none" spc="0" normalizeH="0" baseline="0" noProof="0">
              <a:solidFill>
                <a:schemeClr val="accent1">
                  <a:alpha val="100000"/>
                </a:schemeClr>
              </a:solidFill>
              <a:highlight>
                <a:srgbClr val="FFFFFF">
                  <a:alpha val="100000"/>
                </a:srgbClr>
              </a:highlight>
              <a:latin typeface="Inter"/>
              <a:ea typeface="Inter"/>
              <a:cs typeface="+mn-cs"/>
            </a:endParaRPr>
          </a:p>
        </p:txBody>
      </p:sp>
      <p:pic>
        <p:nvPicPr>
          <p:cNvPr id="50183" name="图片 34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088" y="1298575"/>
            <a:ext cx="11390312" cy="28590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0184" name="文本框 350"/>
          <p:cNvSpPr txBox="1"/>
          <p:nvPr/>
        </p:nvSpPr>
        <p:spPr>
          <a:xfrm>
            <a:off x="7210425" y="4749800"/>
            <a:ext cx="3800475" cy="1397000"/>
          </a:xfrm>
          <a:prstGeom prst="rect">
            <a:avLst/>
          </a:prstGeom>
          <a:noFill/>
          <a:ln w="6350">
            <a:noFill/>
          </a:ln>
        </p:spPr>
        <p:txBody>
          <a:bodyPr/>
          <a:p>
            <a:pPr eaLnBrk="1" hangingPunct="1">
              <a:buNone/>
            </a:pPr>
            <a:r>
              <a:rPr lang="en-US" altLang="zh-CN" dirty="0">
                <a:latin typeface="方正宝黑体 简 Medium" panose="02010600010101010101" charset="-122"/>
              </a:rPr>
              <a:t>         ECI</a:t>
            </a:r>
            <a:r>
              <a:rPr lang="zh-CN" altLang="en-US" dirty="0">
                <a:latin typeface="方正宝黑体 简 Medium" panose="02010600010101010101" charset="-122"/>
              </a:rPr>
              <a:t>综合效率计算</a:t>
            </a:r>
            <a:endParaRPr lang="zh-CN" altLang="en-US" dirty="0">
              <a:latin typeface="方正宝黑体 简 Medium" panose="02010600010101010101" charset="-122"/>
            </a:endParaRPr>
          </a:p>
          <a:p>
            <a:pPr eaLnBrk="1" hangingPunct="1">
              <a:buNone/>
            </a:pPr>
            <a:r>
              <a:rPr lang="zh-CN" altLang="en-US" dirty="0">
                <a:latin typeface="方正宝黑体 简 Medium" panose="02010600010101010101" charset="-122"/>
              </a:rPr>
              <a:t>公式：</a:t>
            </a:r>
            <a:r>
              <a:rPr lang="zh-CN" altLang="zh-CN" dirty="0">
                <a:latin typeface="方正宝黑体 简 Medium" panose="02010600010101010101" charset="-122"/>
              </a:rPr>
              <a:t>ECI = Σ(</a:t>
            </a:r>
            <a:r>
              <a:rPr lang="zh-CN" altLang="en-US" dirty="0">
                <a:latin typeface="方正宝黑体 简 Medium" panose="02010600010101010101" charset="-122"/>
              </a:rPr>
              <a:t>工时 </a:t>
            </a:r>
            <a:r>
              <a:rPr lang="zh-CN" altLang="zh-CN" dirty="0">
                <a:latin typeface="方正宝黑体 简 Medium" panose="02010600010101010101" charset="-122"/>
              </a:rPr>
              <a:t>× </a:t>
            </a:r>
            <a:r>
              <a:rPr lang="zh-CN" altLang="en-US" dirty="0">
                <a:latin typeface="方正宝黑体 简 Medium" panose="02010600010101010101" charset="-122"/>
              </a:rPr>
              <a:t>任务难度 </a:t>
            </a:r>
            <a:r>
              <a:rPr lang="zh-CN" altLang="zh-CN" dirty="0">
                <a:latin typeface="方正宝黑体 简 Medium" panose="02010600010101010101" charset="-122"/>
              </a:rPr>
              <a:t>× </a:t>
            </a:r>
            <a:r>
              <a:rPr lang="zh-CN" altLang="en-US" dirty="0">
                <a:latin typeface="方正宝黑体 简 Medium" panose="02010600010101010101" charset="-122"/>
              </a:rPr>
              <a:t>质量评分</a:t>
            </a:r>
            <a:r>
              <a:rPr lang="zh-CN" altLang="zh-CN" dirty="0">
                <a:latin typeface="方正宝黑体 简 Medium" panose="02010600010101010101" charset="-122"/>
              </a:rPr>
              <a:t>)</a:t>
            </a:r>
            <a:endParaRPr lang="zh-CN" altLang="zh-CN" dirty="0">
              <a:latin typeface="方正宝黑体 简 Medium" panose="02010600010101010101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2226" name="图片 35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71538"/>
            <a:ext cx="7759700" cy="3810000"/>
          </a:xfrm>
          <a:prstGeom prst="rect">
            <a:avLst/>
          </a:prstGeom>
          <a:noFill/>
          <a:ln w="12700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52227" name="文本框 353"/>
          <p:cNvSpPr txBox="1"/>
          <p:nvPr/>
        </p:nvSpPr>
        <p:spPr>
          <a:xfrm>
            <a:off x="211138" y="247650"/>
            <a:ext cx="4375150" cy="5207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p>
            <a:pPr eaLnBrk="1" hangingPunct="1">
              <a:buNone/>
            </a:pPr>
            <a:r>
              <a:rPr lang="zh-CN" altLang="en-US" sz="2800" dirty="0">
                <a:solidFill>
                  <a:schemeClr val="accent1"/>
                </a:solidFill>
                <a:latin typeface="方正宝黑体 简 Medium" panose="02010600010101010101" charset="-122"/>
              </a:rPr>
              <a:t>员工积分录入规则</a:t>
            </a:r>
            <a:endParaRPr lang="zh-CN" altLang="en-US" sz="2800" dirty="0">
              <a:solidFill>
                <a:schemeClr val="accent1"/>
              </a:solidFill>
              <a:latin typeface="方正宝黑体 简 Medium" panose="02010600010101010101" charset="-122"/>
            </a:endParaRPr>
          </a:p>
        </p:txBody>
      </p:sp>
      <p:sp>
        <p:nvSpPr>
          <p:cNvPr id="52228" name="矩形 354"/>
          <p:cNvSpPr/>
          <p:nvPr/>
        </p:nvSpPr>
        <p:spPr>
          <a:xfrm>
            <a:off x="41275" y="5791200"/>
            <a:ext cx="3565525" cy="871538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5C5C5C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algn="ctr" eaLnBrk="1" hangingPunct="1">
              <a:buNone/>
            </a:pPr>
            <a:r>
              <a:rPr lang="zh-CN" altLang="en-US" dirty="0">
                <a:latin typeface="方正宝黑体 简 Medium" panose="02010600010101010101" charset="-122"/>
              </a:rPr>
              <a:t>高质量工作：质量</a:t>
            </a:r>
            <a:r>
              <a:rPr lang="en-US" altLang="zh-CN" dirty="0">
                <a:latin typeface="方正宝黑体 简 Medium" panose="02010600010101010101" charset="-122"/>
              </a:rPr>
              <a:t>≥</a:t>
            </a:r>
            <a:r>
              <a:rPr lang="zh-CN" altLang="zh-CN" dirty="0">
                <a:latin typeface="方正宝黑体 简 Medium" panose="02010600010101010101" charset="-122"/>
              </a:rPr>
              <a:t>1.0→+20 </a:t>
            </a:r>
            <a:r>
              <a:rPr lang="zh-CN" altLang="en-US" dirty="0">
                <a:latin typeface="方正宝黑体 简 Medium" panose="02010600010101010101" charset="-122"/>
              </a:rPr>
              <a:t>分；</a:t>
            </a:r>
            <a:r>
              <a:rPr lang="en-US" altLang="zh-CN" dirty="0">
                <a:latin typeface="方正宝黑体 简 Medium" panose="02010600010101010101" charset="-122"/>
              </a:rPr>
              <a:t>≥</a:t>
            </a:r>
            <a:r>
              <a:rPr lang="zh-CN" altLang="zh-CN" dirty="0">
                <a:latin typeface="方正宝黑体 简 Medium" panose="02010600010101010101" charset="-122"/>
              </a:rPr>
              <a:t>0.95→+10 </a:t>
            </a:r>
            <a:r>
              <a:rPr lang="zh-CN" altLang="en-US" dirty="0">
                <a:latin typeface="方正宝黑体 简 Medium" panose="02010600010101010101" charset="-122"/>
              </a:rPr>
              <a:t>分</a:t>
            </a:r>
            <a:endParaRPr lang="zh-CN" altLang="en-US" dirty="0">
              <a:latin typeface="方正宝黑体 简 Medium" panose="02010600010101010101" charset="-122"/>
            </a:endParaRPr>
          </a:p>
        </p:txBody>
      </p:sp>
      <p:sp>
        <p:nvSpPr>
          <p:cNvPr id="52229" name="矩形 355"/>
          <p:cNvSpPr/>
          <p:nvPr/>
        </p:nvSpPr>
        <p:spPr>
          <a:xfrm>
            <a:off x="4479925" y="5778500"/>
            <a:ext cx="3643313" cy="858838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5C5C5C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algn="ctr" eaLnBrk="1" hangingPunct="1">
              <a:buNone/>
            </a:pPr>
            <a:r>
              <a:rPr lang="zh-CN" altLang="en-US" dirty="0">
                <a:latin typeface="方正宝黑体 简 Medium" panose="02010600010101010101" charset="-122"/>
              </a:rPr>
              <a:t>高难度任务：难度</a:t>
            </a:r>
            <a:r>
              <a:rPr lang="en-US" altLang="zh-CN" dirty="0">
                <a:latin typeface="方正宝黑体 简 Medium" panose="02010600010101010101" charset="-122"/>
              </a:rPr>
              <a:t>≥</a:t>
            </a:r>
            <a:r>
              <a:rPr lang="zh-CN" altLang="zh-CN" dirty="0">
                <a:latin typeface="方正宝黑体 简 Medium" panose="02010600010101010101" charset="-122"/>
              </a:rPr>
              <a:t>1.8→+30 </a:t>
            </a:r>
            <a:r>
              <a:rPr lang="zh-CN" altLang="en-US" dirty="0">
                <a:latin typeface="方正宝黑体 简 Medium" panose="02010600010101010101" charset="-122"/>
              </a:rPr>
              <a:t>分；</a:t>
            </a:r>
            <a:r>
              <a:rPr lang="en-US" altLang="zh-CN" dirty="0">
                <a:latin typeface="方正宝黑体 简 Medium" panose="02010600010101010101" charset="-122"/>
              </a:rPr>
              <a:t>≥</a:t>
            </a:r>
            <a:r>
              <a:rPr lang="zh-CN" altLang="zh-CN" dirty="0">
                <a:latin typeface="方正宝黑体 简 Medium" panose="02010600010101010101" charset="-122"/>
              </a:rPr>
              <a:t>1.5→+15 </a:t>
            </a:r>
            <a:r>
              <a:rPr lang="zh-CN" altLang="en-US" dirty="0">
                <a:latin typeface="方正宝黑体 简 Medium" panose="02010600010101010101" charset="-122"/>
              </a:rPr>
              <a:t>分</a:t>
            </a:r>
            <a:endParaRPr lang="zh-CN" altLang="en-US" dirty="0">
              <a:latin typeface="方正宝黑体 简 Medium" panose="02010600010101010101" charset="-122"/>
            </a:endParaRPr>
          </a:p>
        </p:txBody>
      </p:sp>
      <p:sp>
        <p:nvSpPr>
          <p:cNvPr id="52230" name="矩形 356"/>
          <p:cNvSpPr/>
          <p:nvPr/>
        </p:nvSpPr>
        <p:spPr>
          <a:xfrm>
            <a:off x="8774113" y="2366963"/>
            <a:ext cx="3265487" cy="81915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5C5C5C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algn="ctr" eaLnBrk="1" hangingPunct="1">
              <a:buNone/>
            </a:pPr>
            <a:r>
              <a:rPr lang="zh-CN" altLang="en-US" dirty="0">
                <a:latin typeface="方正宝黑体 简 Medium" panose="02010600010101010101" charset="-122"/>
              </a:rPr>
              <a:t>长工时投入：工时</a:t>
            </a:r>
            <a:r>
              <a:rPr lang="en-US" altLang="zh-CN" dirty="0">
                <a:latin typeface="方正宝黑体 简 Medium" panose="02010600010101010101" charset="-122"/>
              </a:rPr>
              <a:t>≥</a:t>
            </a:r>
            <a:r>
              <a:rPr lang="zh-CN" altLang="zh-CN" dirty="0">
                <a:latin typeface="方正宝黑体 简 Medium" panose="02010600010101010101" charset="-122"/>
              </a:rPr>
              <a:t>30→+15 </a:t>
            </a:r>
            <a:r>
              <a:rPr lang="zh-CN" altLang="en-US" dirty="0">
                <a:latin typeface="方正宝黑体 简 Medium" panose="02010600010101010101" charset="-122"/>
              </a:rPr>
              <a:t>分；</a:t>
            </a:r>
            <a:r>
              <a:rPr lang="en-US" altLang="zh-CN" dirty="0">
                <a:latin typeface="方正宝黑体 简 Medium" panose="02010600010101010101" charset="-122"/>
              </a:rPr>
              <a:t>≥</a:t>
            </a:r>
            <a:r>
              <a:rPr lang="zh-CN" altLang="zh-CN" dirty="0">
                <a:latin typeface="方正宝黑体 简 Medium" panose="02010600010101010101" charset="-122"/>
              </a:rPr>
              <a:t>20→+8 </a:t>
            </a:r>
            <a:r>
              <a:rPr lang="zh-CN" altLang="en-US" dirty="0">
                <a:latin typeface="方正宝黑体 简 Medium" panose="02010600010101010101" charset="-122"/>
              </a:rPr>
              <a:t>分</a:t>
            </a:r>
            <a:endParaRPr lang="zh-CN" altLang="en-US" dirty="0">
              <a:latin typeface="方正宝黑体 简 Medium" panose="02010600010101010101" charset="-122"/>
            </a:endParaRPr>
          </a:p>
        </p:txBody>
      </p:sp>
      <p:cxnSp>
        <p:nvCxnSpPr>
          <p:cNvPr id="52231" name="直接箭头连接符 357"/>
          <p:cNvCxnSpPr/>
          <p:nvPr/>
        </p:nvCxnSpPr>
        <p:spPr>
          <a:xfrm>
            <a:off x="1303338" y="4710113"/>
            <a:ext cx="0" cy="1068387"/>
          </a:xfrm>
          <a:prstGeom prst="straightConnector1">
            <a:avLst/>
          </a:prstGeom>
          <a:ln w="25400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52232" name="直接箭头连接符 358"/>
          <p:cNvCxnSpPr>
            <a:stCxn id="52226" idx="2"/>
            <a:endCxn id="52229" idx="0"/>
          </p:cNvCxnSpPr>
          <p:nvPr/>
        </p:nvCxnSpPr>
        <p:spPr>
          <a:xfrm>
            <a:off x="3879850" y="4681538"/>
            <a:ext cx="2420938" cy="1096962"/>
          </a:xfrm>
          <a:prstGeom prst="straightConnector1">
            <a:avLst/>
          </a:prstGeom>
          <a:ln w="25400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52233" name="直接箭头连接符 359"/>
          <p:cNvCxnSpPr>
            <a:stCxn id="52226" idx="3"/>
            <a:endCxn id="52230" idx="1"/>
          </p:cNvCxnSpPr>
          <p:nvPr/>
        </p:nvCxnSpPr>
        <p:spPr>
          <a:xfrm>
            <a:off x="7759700" y="2776538"/>
            <a:ext cx="1014413" cy="0"/>
          </a:xfrm>
          <a:prstGeom prst="straightConnector1">
            <a:avLst/>
          </a:prstGeom>
          <a:ln w="25400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" name="iconfont-1014-459347"/>
          <p:cNvSpPr/>
          <p:nvPr/>
        </p:nvSpPr>
        <p:spPr>
          <a:xfrm>
            <a:off x="1212850" y="2074863"/>
            <a:ext cx="536575" cy="534988"/>
          </a:xfrm>
          <a:custGeom>
            <a:avLst/>
            <a:gdLst>
              <a:gd name="T0" fmla="*/ 11149 w 11225"/>
              <a:gd name="T1" fmla="*/ 5556 h 11201"/>
              <a:gd name="T2" fmla="*/ 8825 w 11225"/>
              <a:gd name="T3" fmla="*/ 3175 h 11201"/>
              <a:gd name="T4" fmla="*/ 7225 w 11225"/>
              <a:gd name="T5" fmla="*/ 1536 h 11201"/>
              <a:gd name="T6" fmla="*/ 5841 w 11225"/>
              <a:gd name="T7" fmla="*/ 118 h 11201"/>
              <a:gd name="T8" fmla="*/ 5816 w 11225"/>
              <a:gd name="T9" fmla="*/ 78 h 11201"/>
              <a:gd name="T10" fmla="*/ 5625 w 11225"/>
              <a:gd name="T11" fmla="*/ 2 h 11201"/>
              <a:gd name="T12" fmla="*/ 5434 w 11225"/>
              <a:gd name="T13" fmla="*/ 79 h 11201"/>
              <a:gd name="T14" fmla="*/ 5409 w 11225"/>
              <a:gd name="T15" fmla="*/ 118 h 11201"/>
              <a:gd name="T16" fmla="*/ 101 w 11225"/>
              <a:gd name="T17" fmla="*/ 5556 h 11201"/>
              <a:gd name="T18" fmla="*/ 101 w 11225"/>
              <a:gd name="T19" fmla="*/ 5933 h 11201"/>
              <a:gd name="T20" fmla="*/ 470 w 11225"/>
              <a:gd name="T21" fmla="*/ 5933 h 11201"/>
              <a:gd name="T22" fmla="*/ 1625 w 11225"/>
              <a:gd name="T23" fmla="*/ 4749 h 11201"/>
              <a:gd name="T24" fmla="*/ 1625 w 11225"/>
              <a:gd name="T25" fmla="*/ 10109 h 11201"/>
              <a:gd name="T26" fmla="*/ 2692 w 11225"/>
              <a:gd name="T27" fmla="*/ 11201 h 11201"/>
              <a:gd name="T28" fmla="*/ 4825 w 11225"/>
              <a:gd name="T29" fmla="*/ 11201 h 11201"/>
              <a:gd name="T30" fmla="*/ 4825 w 11225"/>
              <a:gd name="T31" fmla="*/ 10655 h 11201"/>
              <a:gd name="T32" fmla="*/ 4825 w 11225"/>
              <a:gd name="T33" fmla="*/ 10613 h 11201"/>
              <a:gd name="T34" fmla="*/ 4825 w 11225"/>
              <a:gd name="T35" fmla="*/ 8196 h 11201"/>
              <a:gd name="T36" fmla="*/ 6425 w 11225"/>
              <a:gd name="T37" fmla="*/ 8196 h 11201"/>
              <a:gd name="T38" fmla="*/ 6425 w 11225"/>
              <a:gd name="T39" fmla="*/ 10613 h 11201"/>
              <a:gd name="T40" fmla="*/ 6425 w 11225"/>
              <a:gd name="T41" fmla="*/ 10655 h 11201"/>
              <a:gd name="T42" fmla="*/ 6425 w 11225"/>
              <a:gd name="T43" fmla="*/ 11201 h 11201"/>
              <a:gd name="T44" fmla="*/ 8558 w 11225"/>
              <a:gd name="T45" fmla="*/ 11201 h 11201"/>
              <a:gd name="T46" fmla="*/ 9625 w 11225"/>
              <a:gd name="T47" fmla="*/ 10109 h 11201"/>
              <a:gd name="T48" fmla="*/ 9625 w 11225"/>
              <a:gd name="T49" fmla="*/ 5738 h 11201"/>
              <a:gd name="T50" fmla="*/ 9625 w 11225"/>
              <a:gd name="T51" fmla="*/ 4749 h 11201"/>
              <a:gd name="T52" fmla="*/ 10781 w 11225"/>
              <a:gd name="T53" fmla="*/ 5933 h 11201"/>
              <a:gd name="T54" fmla="*/ 11149 w 11225"/>
              <a:gd name="T55" fmla="*/ 5933 h 11201"/>
              <a:gd name="T56" fmla="*/ 11225 w 11225"/>
              <a:gd name="T57" fmla="*/ 5744 h 11201"/>
              <a:gd name="T58" fmla="*/ 11149 w 11225"/>
              <a:gd name="T59" fmla="*/ 5556 h 11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1225" h="11201">
                <a:moveTo>
                  <a:pt x="11149" y="5556"/>
                </a:moveTo>
                <a:lnTo>
                  <a:pt x="8825" y="3175"/>
                </a:lnTo>
                <a:lnTo>
                  <a:pt x="7225" y="1536"/>
                </a:lnTo>
                <a:lnTo>
                  <a:pt x="5841" y="118"/>
                </a:lnTo>
                <a:cubicBezTo>
                  <a:pt x="5832" y="105"/>
                  <a:pt x="5827" y="90"/>
                  <a:pt x="5816" y="78"/>
                </a:cubicBezTo>
                <a:cubicBezTo>
                  <a:pt x="5763" y="25"/>
                  <a:pt x="5694" y="0"/>
                  <a:pt x="5625" y="2"/>
                </a:cubicBezTo>
                <a:cubicBezTo>
                  <a:pt x="5556" y="0"/>
                  <a:pt x="5487" y="25"/>
                  <a:pt x="5434" y="79"/>
                </a:cubicBezTo>
                <a:cubicBezTo>
                  <a:pt x="5423" y="90"/>
                  <a:pt x="5418" y="105"/>
                  <a:pt x="5409" y="118"/>
                </a:cubicBezTo>
                <a:lnTo>
                  <a:pt x="101" y="5556"/>
                </a:lnTo>
                <a:cubicBezTo>
                  <a:pt x="0" y="5660"/>
                  <a:pt x="0" y="5829"/>
                  <a:pt x="101" y="5933"/>
                </a:cubicBezTo>
                <a:cubicBezTo>
                  <a:pt x="203" y="6037"/>
                  <a:pt x="368" y="6037"/>
                  <a:pt x="470" y="5933"/>
                </a:cubicBezTo>
                <a:lnTo>
                  <a:pt x="1625" y="4749"/>
                </a:lnTo>
                <a:lnTo>
                  <a:pt x="1625" y="10109"/>
                </a:lnTo>
                <a:cubicBezTo>
                  <a:pt x="1625" y="10712"/>
                  <a:pt x="2103" y="11201"/>
                  <a:pt x="2692" y="11201"/>
                </a:cubicBezTo>
                <a:lnTo>
                  <a:pt x="4825" y="11201"/>
                </a:lnTo>
                <a:lnTo>
                  <a:pt x="4825" y="10655"/>
                </a:lnTo>
                <a:lnTo>
                  <a:pt x="4825" y="10613"/>
                </a:lnTo>
                <a:lnTo>
                  <a:pt x="4825" y="8196"/>
                </a:lnTo>
                <a:lnTo>
                  <a:pt x="6425" y="8196"/>
                </a:lnTo>
                <a:lnTo>
                  <a:pt x="6425" y="10613"/>
                </a:lnTo>
                <a:lnTo>
                  <a:pt x="6425" y="10655"/>
                </a:lnTo>
                <a:lnTo>
                  <a:pt x="6425" y="11201"/>
                </a:lnTo>
                <a:lnTo>
                  <a:pt x="8558" y="11201"/>
                </a:lnTo>
                <a:cubicBezTo>
                  <a:pt x="9147" y="11201"/>
                  <a:pt x="9625" y="10712"/>
                  <a:pt x="9625" y="10109"/>
                </a:cubicBezTo>
                <a:lnTo>
                  <a:pt x="9625" y="5738"/>
                </a:lnTo>
                <a:lnTo>
                  <a:pt x="9625" y="4749"/>
                </a:lnTo>
                <a:lnTo>
                  <a:pt x="10781" y="5933"/>
                </a:lnTo>
                <a:cubicBezTo>
                  <a:pt x="10882" y="6037"/>
                  <a:pt x="11047" y="6037"/>
                  <a:pt x="11149" y="5933"/>
                </a:cubicBezTo>
                <a:cubicBezTo>
                  <a:pt x="11200" y="5881"/>
                  <a:pt x="11225" y="5813"/>
                  <a:pt x="11225" y="5744"/>
                </a:cubicBezTo>
                <a:cubicBezTo>
                  <a:pt x="11225" y="5676"/>
                  <a:pt x="11200" y="5608"/>
                  <a:pt x="11149" y="555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思源黑体 CN Medium" panose="02010600030101010101" charset="-122"/>
              <a:ea typeface="思源黑体 CN Medium" panose="02010600030101010101" charset="-122"/>
              <a:cs typeface="+mn-cs"/>
              <a:sym typeface="思源黑体 CN Medium" panose="02010600030101010101" charset="-122"/>
            </a:endParaRPr>
          </a:p>
        </p:txBody>
      </p:sp>
      <p:sp>
        <p:nvSpPr>
          <p:cNvPr id="45" name="iconfont-1014-459347"/>
          <p:cNvSpPr/>
          <p:nvPr/>
        </p:nvSpPr>
        <p:spPr>
          <a:xfrm>
            <a:off x="2755900" y="2106613"/>
            <a:ext cx="536575" cy="536575"/>
          </a:xfrm>
          <a:custGeom>
            <a:avLst/>
            <a:gdLst>
              <a:gd name="T0" fmla="*/ 5136 w 5158"/>
              <a:gd name="T1" fmla="*/ 1919 h 5159"/>
              <a:gd name="T2" fmla="*/ 4927 w 5158"/>
              <a:gd name="T3" fmla="*/ 600 h 5159"/>
              <a:gd name="T4" fmla="*/ 4559 w 5158"/>
              <a:gd name="T5" fmla="*/ 232 h 5159"/>
              <a:gd name="T6" fmla="*/ 3240 w 5158"/>
              <a:gd name="T7" fmla="*/ 22 h 5159"/>
              <a:gd name="T8" fmla="*/ 2858 w 5158"/>
              <a:gd name="T9" fmla="*/ 147 h 5159"/>
              <a:gd name="T10" fmla="*/ 173 w 5158"/>
              <a:gd name="T11" fmla="*/ 2831 h 5159"/>
              <a:gd name="T12" fmla="*/ 173 w 5158"/>
              <a:gd name="T13" fmla="*/ 3457 h 5159"/>
              <a:gd name="T14" fmla="*/ 1701 w 5158"/>
              <a:gd name="T15" fmla="*/ 4986 h 5159"/>
              <a:gd name="T16" fmla="*/ 2327 w 5158"/>
              <a:gd name="T17" fmla="*/ 4986 h 5159"/>
              <a:gd name="T18" fmla="*/ 5012 w 5158"/>
              <a:gd name="T19" fmla="*/ 2301 h 5159"/>
              <a:gd name="T20" fmla="*/ 5136 w 5158"/>
              <a:gd name="T21" fmla="*/ 1919 h 5159"/>
              <a:gd name="T22" fmla="*/ 2212 w 5158"/>
              <a:gd name="T23" fmla="*/ 4643 h 5159"/>
              <a:gd name="T24" fmla="*/ 1968 w 5158"/>
              <a:gd name="T25" fmla="*/ 4643 h 5159"/>
              <a:gd name="T26" fmla="*/ 515 w 5158"/>
              <a:gd name="T27" fmla="*/ 3191 h 5159"/>
              <a:gd name="T28" fmla="*/ 515 w 5158"/>
              <a:gd name="T29" fmla="*/ 2946 h 5159"/>
              <a:gd name="T30" fmla="*/ 760 w 5158"/>
              <a:gd name="T31" fmla="*/ 2946 h 5159"/>
              <a:gd name="T32" fmla="*/ 2212 w 5158"/>
              <a:gd name="T33" fmla="*/ 4399 h 5159"/>
              <a:gd name="T34" fmla="*/ 2212 w 5158"/>
              <a:gd name="T35" fmla="*/ 4643 h 5159"/>
              <a:gd name="T36" fmla="*/ 4166 w 5158"/>
              <a:gd name="T37" fmla="*/ 1464 h 5159"/>
              <a:gd name="T38" fmla="*/ 3695 w 5158"/>
              <a:gd name="T39" fmla="*/ 1464 h 5159"/>
              <a:gd name="T40" fmla="*/ 3695 w 5158"/>
              <a:gd name="T41" fmla="*/ 993 h 5159"/>
              <a:gd name="T42" fmla="*/ 4166 w 5158"/>
              <a:gd name="T43" fmla="*/ 993 h 5159"/>
              <a:gd name="T44" fmla="*/ 4166 w 5158"/>
              <a:gd name="T45" fmla="*/ 1464 h 51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5158" h="5159">
                <a:moveTo>
                  <a:pt x="5136" y="1919"/>
                </a:moveTo>
                <a:lnTo>
                  <a:pt x="4927" y="600"/>
                </a:lnTo>
                <a:cubicBezTo>
                  <a:pt x="4897" y="411"/>
                  <a:pt x="4748" y="262"/>
                  <a:pt x="4559" y="232"/>
                </a:cubicBezTo>
                <a:lnTo>
                  <a:pt x="3240" y="22"/>
                </a:lnTo>
                <a:cubicBezTo>
                  <a:pt x="3100" y="0"/>
                  <a:pt x="2958" y="46"/>
                  <a:pt x="2858" y="147"/>
                </a:cubicBezTo>
                <a:lnTo>
                  <a:pt x="173" y="2831"/>
                </a:lnTo>
                <a:cubicBezTo>
                  <a:pt x="0" y="3004"/>
                  <a:pt x="0" y="3285"/>
                  <a:pt x="173" y="3457"/>
                </a:cubicBezTo>
                <a:lnTo>
                  <a:pt x="1701" y="4986"/>
                </a:lnTo>
                <a:cubicBezTo>
                  <a:pt x="1874" y="5159"/>
                  <a:pt x="2154" y="5159"/>
                  <a:pt x="2327" y="4986"/>
                </a:cubicBezTo>
                <a:lnTo>
                  <a:pt x="5012" y="2301"/>
                </a:lnTo>
                <a:cubicBezTo>
                  <a:pt x="5112" y="2201"/>
                  <a:pt x="5158" y="2059"/>
                  <a:pt x="5136" y="1919"/>
                </a:cubicBezTo>
                <a:close/>
                <a:moveTo>
                  <a:pt x="2212" y="4643"/>
                </a:moveTo>
                <a:cubicBezTo>
                  <a:pt x="2145" y="4711"/>
                  <a:pt x="2035" y="4711"/>
                  <a:pt x="1968" y="4643"/>
                </a:cubicBezTo>
                <a:lnTo>
                  <a:pt x="515" y="3191"/>
                </a:lnTo>
                <a:cubicBezTo>
                  <a:pt x="448" y="3124"/>
                  <a:pt x="448" y="3014"/>
                  <a:pt x="515" y="2946"/>
                </a:cubicBezTo>
                <a:cubicBezTo>
                  <a:pt x="583" y="2879"/>
                  <a:pt x="692" y="2879"/>
                  <a:pt x="760" y="2946"/>
                </a:cubicBezTo>
                <a:lnTo>
                  <a:pt x="2212" y="4399"/>
                </a:lnTo>
                <a:cubicBezTo>
                  <a:pt x="2280" y="4466"/>
                  <a:pt x="2280" y="4576"/>
                  <a:pt x="2212" y="4643"/>
                </a:cubicBezTo>
                <a:close/>
                <a:moveTo>
                  <a:pt x="4166" y="1464"/>
                </a:moveTo>
                <a:cubicBezTo>
                  <a:pt x="4036" y="1594"/>
                  <a:pt x="3825" y="1594"/>
                  <a:pt x="3695" y="1464"/>
                </a:cubicBezTo>
                <a:cubicBezTo>
                  <a:pt x="3565" y="1334"/>
                  <a:pt x="3565" y="1123"/>
                  <a:pt x="3695" y="993"/>
                </a:cubicBezTo>
                <a:cubicBezTo>
                  <a:pt x="3825" y="862"/>
                  <a:pt x="4036" y="862"/>
                  <a:pt x="4166" y="993"/>
                </a:cubicBezTo>
                <a:cubicBezTo>
                  <a:pt x="4296" y="1123"/>
                  <a:pt x="4296" y="1334"/>
                  <a:pt x="4166" y="146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思源黑体 CN Medium" panose="02010600030101010101" charset="-122"/>
              <a:ea typeface="思源黑体 CN Medium" panose="02010600030101010101" charset="-122"/>
              <a:cs typeface="+mn-cs"/>
              <a:sym typeface="思源黑体 CN Medium" panose="02010600030101010101" charset="-122"/>
            </a:endParaRPr>
          </a:p>
        </p:txBody>
      </p:sp>
      <p:sp>
        <p:nvSpPr>
          <p:cNvPr id="54276" name="文本框 10"/>
          <p:cNvSpPr txBox="1"/>
          <p:nvPr/>
        </p:nvSpPr>
        <p:spPr>
          <a:xfrm>
            <a:off x="422275" y="273050"/>
            <a:ext cx="4768850" cy="5778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buNone/>
            </a:pPr>
            <a:r>
              <a:rPr lang="zh-CN" altLang="en-US" sz="3200" b="1" dirty="0">
                <a:solidFill>
                  <a:srgbClr val="526680"/>
                </a:solidFill>
                <a:latin typeface="方正宝黑体 简 Medium" panose="02010600010101010101" charset="-122"/>
              </a:rPr>
              <a:t>人员分配核心逻辑</a:t>
            </a:r>
            <a:endParaRPr lang="zh-CN" altLang="en-US" sz="3200" b="1" dirty="0">
              <a:solidFill>
                <a:srgbClr val="526680"/>
              </a:solidFill>
              <a:latin typeface="方正宝黑体 简 Medium" panose="02010600010101010101" charset="-122"/>
            </a:endParaRPr>
          </a:p>
        </p:txBody>
      </p:sp>
      <p:pic>
        <p:nvPicPr>
          <p:cNvPr id="47" name="图片 4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625" y="850900"/>
            <a:ext cx="6543675" cy="4302125"/>
          </a:xfrm>
          <a:prstGeom prst="rect">
            <a:avLst/>
          </a:prstGeom>
          <a:ln w="9525">
            <a:solidFill>
              <a:schemeClr val="accent1">
                <a:lumMod val="50000"/>
                <a:alpha val="100000"/>
              </a:schemeClr>
            </a:solidFill>
            <a:prstDash val="solid"/>
          </a:ln>
        </p:spPr>
      </p:pic>
      <p:pic>
        <p:nvPicPr>
          <p:cNvPr id="54278" name="图片 4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5300" y="561975"/>
            <a:ext cx="4433888" cy="18129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4279" name="图片 4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8163" y="2374900"/>
            <a:ext cx="4211637" cy="19589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4280" name="图片 4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5300" y="4333875"/>
            <a:ext cx="4787900" cy="20732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4281" name="矩形 50"/>
          <p:cNvSpPr/>
          <p:nvPr/>
        </p:nvSpPr>
        <p:spPr>
          <a:xfrm>
            <a:off x="912813" y="5453063"/>
            <a:ext cx="5465762" cy="1262062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5C5C5C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algn="ctr" eaLnBrk="1" hangingPunct="1">
              <a:buNone/>
            </a:pPr>
            <a:r>
              <a:rPr lang="zh-CN" altLang="en-US" dirty="0">
                <a:latin typeface="方正宝黑体 简 Medium" panose="02010600010101010101" charset="-122"/>
              </a:rPr>
              <a:t>基于 </a:t>
            </a:r>
            <a:r>
              <a:rPr lang="zh-CN" altLang="zh-CN" dirty="0">
                <a:latin typeface="方正宝黑体 简 Medium" panose="02010600010101010101" charset="-122"/>
              </a:rPr>
              <a:t>Gurobi </a:t>
            </a:r>
            <a:r>
              <a:rPr lang="zh-CN" altLang="en-US" dirty="0">
                <a:latin typeface="方正宝黑体 简 Medium" panose="02010600010101010101" charset="-122"/>
              </a:rPr>
              <a:t>模型，</a:t>
            </a:r>
            <a:r>
              <a:rPr lang="en-US" altLang="zh-CN" dirty="0">
                <a:latin typeface="方正宝黑体 简 Medium" panose="02010600010101010101" charset="-122"/>
              </a:rPr>
              <a:t>Gurobi求解失败时使用贪心算法作为备选方案</a:t>
            </a:r>
            <a:endParaRPr lang="en-US" altLang="zh-CN" dirty="0">
              <a:latin typeface="方正宝黑体 简 Medium" panose="02010600010101010101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27" name="直接连接符 26"/>
          <p:cNvCxnSpPr/>
          <p:nvPr>
            <p:custDataLst>
              <p:tags r:id="rId1"/>
            </p:custDataLst>
          </p:nvPr>
        </p:nvCxnSpPr>
        <p:spPr>
          <a:xfrm>
            <a:off x="5786438" y="1849438"/>
            <a:ext cx="0" cy="2417763"/>
          </a:xfrm>
          <a:prstGeom prst="line">
            <a:avLst/>
          </a:prstGeom>
          <a:ln w="25400">
            <a:solidFill>
              <a:schemeClr val="tx2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323" name="文本框 27"/>
          <p:cNvSpPr txBox="1"/>
          <p:nvPr>
            <p:custDataLst>
              <p:tags r:id="rId2"/>
            </p:custDataLst>
          </p:nvPr>
        </p:nvSpPr>
        <p:spPr>
          <a:xfrm>
            <a:off x="6208713" y="2968625"/>
            <a:ext cx="4616450" cy="22161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eaLnBrk="1" hangingPunct="1">
              <a:buNone/>
            </a:pPr>
            <a:r>
              <a:rPr lang="zh-CN" altLang="en-US" sz="7200" b="1" dirty="0">
                <a:solidFill>
                  <a:schemeClr val="tx2"/>
                </a:solidFill>
                <a:latin typeface="方正宝黑体 简 Medium" panose="02010600010101010101" charset="-122"/>
                <a:sym typeface="方正宝黑体 简 Medium" panose="02010600010101010101" charset="-122"/>
              </a:rPr>
              <a:t>系统改进</a:t>
            </a:r>
            <a:endParaRPr lang="en-US" altLang="zh-CN" sz="7200" b="1" dirty="0">
              <a:solidFill>
                <a:schemeClr val="tx2"/>
              </a:solidFill>
              <a:latin typeface="方正宝黑体 简 Medium" panose="02010600010101010101" charset="-122"/>
              <a:sym typeface="方正宝黑体 简 Medium" panose="02010600010101010101" charset="-122"/>
            </a:endParaRPr>
          </a:p>
          <a:p>
            <a:pPr eaLnBrk="1" hangingPunct="1">
              <a:buNone/>
            </a:pPr>
            <a:r>
              <a:rPr lang="zh-CN" altLang="en-US" sz="7200" b="1" dirty="0">
                <a:solidFill>
                  <a:schemeClr val="tx2"/>
                </a:solidFill>
                <a:latin typeface="方正宝黑体 简 Medium" panose="02010600010101010101" charset="-122"/>
                <a:sym typeface="方正宝黑体 简 Medium" panose="02010600010101010101" charset="-122"/>
              </a:rPr>
              <a:t>与问题解决</a:t>
            </a:r>
            <a:endParaRPr lang="zh-CN" altLang="en-US" sz="7200" b="1" dirty="0">
              <a:solidFill>
                <a:schemeClr val="tx2"/>
              </a:solidFill>
              <a:latin typeface="方正宝黑体 简 Medium" panose="02010600010101010101" charset="-122"/>
              <a:sym typeface="方正宝黑体 简 Medium" panose="02010600010101010101" charset="-122"/>
            </a:endParaRPr>
          </a:p>
        </p:txBody>
      </p:sp>
      <p:sp>
        <p:nvSpPr>
          <p:cNvPr id="56324" name="文本框 29"/>
          <p:cNvSpPr txBox="1"/>
          <p:nvPr>
            <p:custDataLst>
              <p:tags r:id="rId3"/>
            </p:custDataLst>
          </p:nvPr>
        </p:nvSpPr>
        <p:spPr>
          <a:xfrm>
            <a:off x="6208713" y="1679575"/>
            <a:ext cx="1187450" cy="13541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eaLnBrk="1" hangingPunct="1">
              <a:buNone/>
            </a:pPr>
            <a:r>
              <a:rPr lang="en-US" altLang="zh-CN" sz="8800" dirty="0">
                <a:solidFill>
                  <a:schemeClr val="tx2"/>
                </a:solidFill>
                <a:latin typeface="方正宝黑体 简 Medium" panose="02010600010101010101" charset="-122"/>
                <a:sym typeface="方正宝黑体 简 Medium" panose="02010600010101010101" charset="-122"/>
              </a:rPr>
              <a:t>03</a:t>
            </a:r>
            <a:endParaRPr lang="en-US" altLang="zh-CN" sz="8800" dirty="0">
              <a:solidFill>
                <a:schemeClr val="tx2"/>
              </a:solidFill>
              <a:latin typeface="方正宝黑体 简 Medium" panose="02010600010101010101" charset="-122"/>
              <a:sym typeface="方正宝黑体 简 Medium" panose="02010600010101010101" charset="-122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iconfont-1014-459347"/>
          <p:cNvSpPr/>
          <p:nvPr/>
        </p:nvSpPr>
        <p:spPr>
          <a:xfrm>
            <a:off x="1212850" y="2074863"/>
            <a:ext cx="536575" cy="534988"/>
          </a:xfrm>
          <a:custGeom>
            <a:avLst/>
            <a:gdLst>
              <a:gd name="T0" fmla="*/ 11149 w 11225"/>
              <a:gd name="T1" fmla="*/ 5556 h 11201"/>
              <a:gd name="T2" fmla="*/ 8825 w 11225"/>
              <a:gd name="T3" fmla="*/ 3175 h 11201"/>
              <a:gd name="T4" fmla="*/ 7225 w 11225"/>
              <a:gd name="T5" fmla="*/ 1536 h 11201"/>
              <a:gd name="T6" fmla="*/ 5841 w 11225"/>
              <a:gd name="T7" fmla="*/ 118 h 11201"/>
              <a:gd name="T8" fmla="*/ 5816 w 11225"/>
              <a:gd name="T9" fmla="*/ 78 h 11201"/>
              <a:gd name="T10" fmla="*/ 5625 w 11225"/>
              <a:gd name="T11" fmla="*/ 2 h 11201"/>
              <a:gd name="T12" fmla="*/ 5434 w 11225"/>
              <a:gd name="T13" fmla="*/ 79 h 11201"/>
              <a:gd name="T14" fmla="*/ 5409 w 11225"/>
              <a:gd name="T15" fmla="*/ 118 h 11201"/>
              <a:gd name="T16" fmla="*/ 101 w 11225"/>
              <a:gd name="T17" fmla="*/ 5556 h 11201"/>
              <a:gd name="T18" fmla="*/ 101 w 11225"/>
              <a:gd name="T19" fmla="*/ 5933 h 11201"/>
              <a:gd name="T20" fmla="*/ 470 w 11225"/>
              <a:gd name="T21" fmla="*/ 5933 h 11201"/>
              <a:gd name="T22" fmla="*/ 1625 w 11225"/>
              <a:gd name="T23" fmla="*/ 4749 h 11201"/>
              <a:gd name="T24" fmla="*/ 1625 w 11225"/>
              <a:gd name="T25" fmla="*/ 10109 h 11201"/>
              <a:gd name="T26" fmla="*/ 2692 w 11225"/>
              <a:gd name="T27" fmla="*/ 11201 h 11201"/>
              <a:gd name="T28" fmla="*/ 4825 w 11225"/>
              <a:gd name="T29" fmla="*/ 11201 h 11201"/>
              <a:gd name="T30" fmla="*/ 4825 w 11225"/>
              <a:gd name="T31" fmla="*/ 10655 h 11201"/>
              <a:gd name="T32" fmla="*/ 4825 w 11225"/>
              <a:gd name="T33" fmla="*/ 10613 h 11201"/>
              <a:gd name="T34" fmla="*/ 4825 w 11225"/>
              <a:gd name="T35" fmla="*/ 8196 h 11201"/>
              <a:gd name="T36" fmla="*/ 6425 w 11225"/>
              <a:gd name="T37" fmla="*/ 8196 h 11201"/>
              <a:gd name="T38" fmla="*/ 6425 w 11225"/>
              <a:gd name="T39" fmla="*/ 10613 h 11201"/>
              <a:gd name="T40" fmla="*/ 6425 w 11225"/>
              <a:gd name="T41" fmla="*/ 10655 h 11201"/>
              <a:gd name="T42" fmla="*/ 6425 w 11225"/>
              <a:gd name="T43" fmla="*/ 11201 h 11201"/>
              <a:gd name="T44" fmla="*/ 8558 w 11225"/>
              <a:gd name="T45" fmla="*/ 11201 h 11201"/>
              <a:gd name="T46" fmla="*/ 9625 w 11225"/>
              <a:gd name="T47" fmla="*/ 10109 h 11201"/>
              <a:gd name="T48" fmla="*/ 9625 w 11225"/>
              <a:gd name="T49" fmla="*/ 5738 h 11201"/>
              <a:gd name="T50" fmla="*/ 9625 w 11225"/>
              <a:gd name="T51" fmla="*/ 4749 h 11201"/>
              <a:gd name="T52" fmla="*/ 10781 w 11225"/>
              <a:gd name="T53" fmla="*/ 5933 h 11201"/>
              <a:gd name="T54" fmla="*/ 11149 w 11225"/>
              <a:gd name="T55" fmla="*/ 5933 h 11201"/>
              <a:gd name="T56" fmla="*/ 11225 w 11225"/>
              <a:gd name="T57" fmla="*/ 5744 h 11201"/>
              <a:gd name="T58" fmla="*/ 11149 w 11225"/>
              <a:gd name="T59" fmla="*/ 5556 h 11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1225" h="11201">
                <a:moveTo>
                  <a:pt x="11149" y="5556"/>
                </a:moveTo>
                <a:lnTo>
                  <a:pt x="8825" y="3175"/>
                </a:lnTo>
                <a:lnTo>
                  <a:pt x="7225" y="1536"/>
                </a:lnTo>
                <a:lnTo>
                  <a:pt x="5841" y="118"/>
                </a:lnTo>
                <a:cubicBezTo>
                  <a:pt x="5832" y="105"/>
                  <a:pt x="5827" y="90"/>
                  <a:pt x="5816" y="78"/>
                </a:cubicBezTo>
                <a:cubicBezTo>
                  <a:pt x="5763" y="25"/>
                  <a:pt x="5694" y="0"/>
                  <a:pt x="5625" y="2"/>
                </a:cubicBezTo>
                <a:cubicBezTo>
                  <a:pt x="5556" y="0"/>
                  <a:pt x="5487" y="25"/>
                  <a:pt x="5434" y="79"/>
                </a:cubicBezTo>
                <a:cubicBezTo>
                  <a:pt x="5423" y="90"/>
                  <a:pt x="5418" y="105"/>
                  <a:pt x="5409" y="118"/>
                </a:cubicBezTo>
                <a:lnTo>
                  <a:pt x="101" y="5556"/>
                </a:lnTo>
                <a:cubicBezTo>
                  <a:pt x="0" y="5660"/>
                  <a:pt x="0" y="5829"/>
                  <a:pt x="101" y="5933"/>
                </a:cubicBezTo>
                <a:cubicBezTo>
                  <a:pt x="203" y="6037"/>
                  <a:pt x="368" y="6037"/>
                  <a:pt x="470" y="5933"/>
                </a:cubicBezTo>
                <a:lnTo>
                  <a:pt x="1625" y="4749"/>
                </a:lnTo>
                <a:lnTo>
                  <a:pt x="1625" y="10109"/>
                </a:lnTo>
                <a:cubicBezTo>
                  <a:pt x="1625" y="10712"/>
                  <a:pt x="2103" y="11201"/>
                  <a:pt x="2692" y="11201"/>
                </a:cubicBezTo>
                <a:lnTo>
                  <a:pt x="4825" y="11201"/>
                </a:lnTo>
                <a:lnTo>
                  <a:pt x="4825" y="10655"/>
                </a:lnTo>
                <a:lnTo>
                  <a:pt x="4825" y="10613"/>
                </a:lnTo>
                <a:lnTo>
                  <a:pt x="4825" y="8196"/>
                </a:lnTo>
                <a:lnTo>
                  <a:pt x="6425" y="8196"/>
                </a:lnTo>
                <a:lnTo>
                  <a:pt x="6425" y="10613"/>
                </a:lnTo>
                <a:lnTo>
                  <a:pt x="6425" y="10655"/>
                </a:lnTo>
                <a:lnTo>
                  <a:pt x="6425" y="11201"/>
                </a:lnTo>
                <a:lnTo>
                  <a:pt x="8558" y="11201"/>
                </a:lnTo>
                <a:cubicBezTo>
                  <a:pt x="9147" y="11201"/>
                  <a:pt x="9625" y="10712"/>
                  <a:pt x="9625" y="10109"/>
                </a:cubicBezTo>
                <a:lnTo>
                  <a:pt x="9625" y="5738"/>
                </a:lnTo>
                <a:lnTo>
                  <a:pt x="9625" y="4749"/>
                </a:lnTo>
                <a:lnTo>
                  <a:pt x="10781" y="5933"/>
                </a:lnTo>
                <a:cubicBezTo>
                  <a:pt x="10882" y="6037"/>
                  <a:pt x="11047" y="6037"/>
                  <a:pt x="11149" y="5933"/>
                </a:cubicBezTo>
                <a:cubicBezTo>
                  <a:pt x="11200" y="5881"/>
                  <a:pt x="11225" y="5813"/>
                  <a:pt x="11225" y="5744"/>
                </a:cubicBezTo>
                <a:cubicBezTo>
                  <a:pt x="11225" y="5676"/>
                  <a:pt x="11200" y="5608"/>
                  <a:pt x="11149" y="555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方正宝黑体 简 Medium" panose="02010600010101010101" charset="-122"/>
              <a:ea typeface="方正宝黑体 简 Medium" panose="02010600010101010101" charset="-122"/>
              <a:cs typeface="+mn-cs"/>
              <a:sym typeface="方正宝黑体 简 Medium" panose="02010600010101010101" charset="-122"/>
            </a:endParaRPr>
          </a:p>
        </p:txBody>
      </p:sp>
      <p:sp>
        <p:nvSpPr>
          <p:cNvPr id="60419" name="文本框 10"/>
          <p:cNvSpPr txBox="1"/>
          <p:nvPr/>
        </p:nvSpPr>
        <p:spPr>
          <a:xfrm>
            <a:off x="422275" y="273050"/>
            <a:ext cx="4767263" cy="5826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buNone/>
            </a:pPr>
            <a:r>
              <a:rPr lang="zh-CN" altLang="en-US" sz="3200" b="1" dirty="0">
                <a:solidFill>
                  <a:srgbClr val="526680"/>
                </a:solidFill>
                <a:latin typeface="方正宝黑体 简 Medium" panose="02010600010101010101" charset="-122"/>
              </a:rPr>
              <a:t>遇到的问题与解决过程</a:t>
            </a:r>
            <a:endParaRPr lang="zh-CN" altLang="en-US" sz="3200" b="1" dirty="0">
              <a:solidFill>
                <a:srgbClr val="526680"/>
              </a:solidFill>
              <a:latin typeface="方正宝黑体 简 Medium" panose="02010600010101010101" charset="-12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279525" y="1887538"/>
          <a:ext cx="9632950" cy="29892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7957"/>
                <a:gridCol w="2407957"/>
                <a:gridCol w="2407957"/>
                <a:gridCol w="2407957"/>
              </a:tblGrid>
              <a:tr h="750641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数据映射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关键问题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解决方案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成效</a:t>
                      </a:r>
                      <a:endParaRPr lang="zh-CN" altLang="en-US" dirty="0"/>
                    </a:p>
                  </a:txBody>
                  <a:tcPr/>
                </a:tc>
              </a:tr>
              <a:tr h="737144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数据映射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dirty="0"/>
                        <a:t>积分系统存在空值</a:t>
                      </a:r>
                      <a:endParaRPr lang="en-US" altLang="zh-CN" sz="1800" b="0" dirty="0"/>
                    </a:p>
                    <a:p>
                      <a:pPr algn="ctr"/>
                      <a:r>
                        <a:rPr lang="zh-CN" altLang="en-US" sz="1800" b="0" dirty="0"/>
                        <a:t>画像数据为空</a:t>
                      </a:r>
                      <a:endParaRPr lang="zh-CN" altLang="en-US" sz="1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明确映射关系</a:t>
                      </a:r>
                      <a:br>
                        <a:rPr lang="zh-CN" altLang="en-US" dirty="0"/>
                      </a:br>
                      <a:r>
                        <a:rPr lang="en-US" altLang="zh-CN" dirty="0"/>
                        <a:t>CAST</a:t>
                      </a:r>
                      <a:r>
                        <a:rPr lang="zh-CN" altLang="en-US" dirty="0"/>
                        <a:t>字符转换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数据准确率提高</a:t>
                      </a:r>
                      <a:endParaRPr lang="zh-CN" altLang="en-US" dirty="0"/>
                    </a:p>
                  </a:txBody>
                  <a:tcPr/>
                </a:tc>
              </a:tr>
              <a:tr h="750641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算法优化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Gurobi</a:t>
                      </a:r>
                      <a:r>
                        <a:rPr lang="zh-CN" altLang="en-US" dirty="0"/>
                        <a:t>分配不合理</a:t>
                      </a:r>
                      <a:br>
                        <a:rPr lang="zh-CN" altLang="en-US" dirty="0"/>
                      </a:br>
                      <a:r>
                        <a:rPr lang="zh-CN" altLang="en-US" dirty="0"/>
                        <a:t>技能匹配失败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动态目标函数</a:t>
                      </a:r>
                      <a:br>
                        <a:rPr lang="zh-CN" altLang="en-US" dirty="0"/>
                      </a:br>
                      <a:r>
                        <a:rPr lang="zh-CN" altLang="en-US" dirty="0"/>
                        <a:t>标签标准化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分配效率提升</a:t>
                      </a:r>
                      <a:endParaRPr lang="zh-CN" altLang="en-US" dirty="0"/>
                    </a:p>
                  </a:txBody>
                  <a:tcPr/>
                </a:tc>
              </a:tr>
              <a:tr h="750641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前端体验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评分显示</a:t>
                      </a:r>
                      <a:r>
                        <a:rPr lang="zh-CN" altLang="en-US" b="1" dirty="0"/>
                        <a:t>错误</a:t>
                      </a:r>
                      <a:br>
                        <a:rPr lang="zh-CN" altLang="en-US" dirty="0"/>
                      </a:br>
                      <a:r>
                        <a:rPr lang="zh-CN" altLang="en-US" dirty="0"/>
                        <a:t>界面布局混乱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组件值标准化</a:t>
                      </a:r>
                      <a:br>
                        <a:rPr lang="zh-CN" altLang="en-US" dirty="0"/>
                      </a:br>
                      <a:r>
                        <a:rPr lang="zh-CN" altLang="en-US" dirty="0"/>
                        <a:t>响应式设计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用户体验显著改善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66" name="文本框 47"/>
          <p:cNvSpPr txBox="1"/>
          <p:nvPr>
            <p:custDataLst>
              <p:tags r:id="rId1"/>
            </p:custDataLst>
          </p:nvPr>
        </p:nvSpPr>
        <p:spPr>
          <a:xfrm>
            <a:off x="673100" y="2408238"/>
            <a:ext cx="4940300" cy="19383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buNone/>
            </a:pPr>
            <a:r>
              <a:rPr lang="zh-CN" altLang="en-US" sz="6000" b="1" dirty="0">
                <a:solidFill>
                  <a:srgbClr val="526680"/>
                </a:solidFill>
                <a:latin typeface="方正宝黑体 简 Medium" panose="02010600010101010101" charset="-122"/>
                <a:sym typeface="方正宝黑体 简 Medium" panose="02010600010101010101" charset="-122"/>
              </a:rPr>
              <a:t>谢谢大家的</a:t>
            </a:r>
            <a:endParaRPr lang="zh-CN" altLang="en-US" sz="6000" b="1" dirty="0">
              <a:solidFill>
                <a:srgbClr val="526680"/>
              </a:solidFill>
              <a:latin typeface="方正宝黑体 简 Medium" panose="02010600010101010101" charset="-122"/>
              <a:sym typeface="方正宝黑体 简 Medium" panose="02010600010101010101" charset="-122"/>
            </a:endParaRPr>
          </a:p>
          <a:p>
            <a:pPr eaLnBrk="1" hangingPunct="1">
              <a:buNone/>
            </a:pPr>
            <a:r>
              <a:rPr lang="zh-CN" altLang="en-US" sz="6000" b="1" dirty="0">
                <a:solidFill>
                  <a:srgbClr val="526680"/>
                </a:solidFill>
                <a:latin typeface="方正宝黑体 简 Medium" panose="02010600010101010101" charset="-122"/>
                <a:sym typeface="方正宝黑体 简 Medium" panose="02010600010101010101" charset="-122"/>
              </a:rPr>
              <a:t>观看！</a:t>
            </a:r>
            <a:endParaRPr lang="zh-CN" altLang="en-US" sz="6000" b="1" dirty="0">
              <a:solidFill>
                <a:srgbClr val="526680"/>
              </a:solidFill>
              <a:latin typeface="方正宝黑体 简 Medium" panose="02010600010101010101" charset="-122"/>
              <a:sym typeface="方正宝黑体 简 Medium" panose="02010600010101010101" charset="-122"/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844550" y="4564063"/>
            <a:ext cx="2290763" cy="446088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"/>
  <p:tag name="KSO_WM_UNIT_LAYERLEVEL" val="1"/>
  <p:tag name="KSO_WM_TAG_VERSION" val="1.0"/>
  <p:tag name="KSO_WM_BEAUTIFY_FLAG" val=""/>
  <p:tag name="KSO_WM_UNIT_TYPE" val="i"/>
  <p:tag name="KSO_WM_UNIT_INDEX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7"/>
  <p:tag name="KSO_WM_UNIT_LAYERLEVEL" val="1"/>
  <p:tag name="KSO_WM_TAG_VERSION" val="1.0"/>
  <p:tag name="KSO_WM_BEAUTIFY_FLAG" val="#wm#"/>
  <p:tag name="KSO_WM_UNIT_TYPE" val="i"/>
  <p:tag name="KSO_WM_UNIT_INDEX" val="7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8"/>
  <p:tag name="KSO_WM_UNIT_LAYERLEVEL" val="1"/>
  <p:tag name="KSO_WM_TAG_VERSION" val="1.0"/>
  <p:tag name="KSO_WM_BEAUTIFY_FLAG" val=""/>
  <p:tag name="KSO_WM_UNIT_TYPE" val="i"/>
  <p:tag name="KSO_WM_UNIT_INDEX" val="18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9"/>
  <p:tag name="KSO_WM_UNIT_LAYERLEVEL" val="1"/>
  <p:tag name="KSO_WM_TAG_VERSION" val="1.0"/>
  <p:tag name="KSO_WM_BEAUTIFY_FLAG" val=""/>
  <p:tag name="KSO_WM_UNIT_TYPE" val="i"/>
  <p:tag name="KSO_WM_UNIT_INDEX" val="19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0"/>
  <p:tag name="KSO_WM_UNIT_LAYERLEVEL" val="1"/>
  <p:tag name="KSO_WM_TAG_VERSION" val="1.0"/>
  <p:tag name="KSO_WM_BEAUTIFY_FLAG" val=""/>
  <p:tag name="KSO_WM_UNIT_TYPE" val="i"/>
  <p:tag name="KSO_WM_UNIT_INDEX" val="20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1"/>
  <p:tag name="KSO_WM_UNIT_LAYERLEVEL" val="1"/>
  <p:tag name="KSO_WM_TAG_VERSION" val="1.0"/>
  <p:tag name="KSO_WM_BEAUTIFY_FLAG" val=""/>
  <p:tag name="KSO_WM_UNIT_TYPE" val="i"/>
  <p:tag name="KSO_WM_UNIT_INDEX" val="21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2"/>
  <p:tag name="KSO_WM_UNIT_LAYERLEVEL" val="1"/>
  <p:tag name="KSO_WM_TAG_VERSION" val="1.0"/>
  <p:tag name="KSO_WM_BEAUTIFY_FLAG" val=""/>
  <p:tag name="KSO_WM_UNIT_TYPE" val="i"/>
  <p:tag name="KSO_WM_UNIT_INDEX" val="22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6"/>
  <p:tag name="KSO_WM_UNIT_LAYERLEVEL" val="1"/>
  <p:tag name="KSO_WM_TAG_VERSION" val="1.0"/>
  <p:tag name="KSO_WM_BEAUTIFY_FLAG" val=""/>
  <p:tag name="KSO_WM_UNIT_TYPE" val="i"/>
  <p:tag name="KSO_WM_UNIT_INDEX" val="16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7"/>
  <p:tag name="KSO_WM_UNIT_LAYERLEVEL" val="1"/>
  <p:tag name="KSO_WM_TAG_VERSION" val="1.0"/>
  <p:tag name="KSO_WM_BEAUTIFY_FLAG" val="#wm#"/>
  <p:tag name="KSO_WM_UNIT_TYPE" val="i"/>
  <p:tag name="KSO_WM_UNIT_INDEX" val="7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"/>
  <p:tag name="KSO_WM_UNIT_LAYERLEVEL" val="1"/>
  <p:tag name="KSO_WM_TAG_VERSION" val="1.0"/>
  <p:tag name="KSO_WM_BEAUTIFY_FLAG" val=""/>
  <p:tag name="KSO_WM_UNIT_TYPE" val="i"/>
  <p:tag name="KSO_WM_UNIT_INDEX" val="1"/>
</p:tagLst>
</file>

<file path=ppt/tags/tag13.xml><?xml version="1.0" encoding="utf-8"?>
<p:tagLst xmlns:p="http://schemas.openxmlformats.org/presentationml/2006/main">
  <p:tag name="KSO_WM_BEAUTIFY_FLAG" val=""/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1.0"/>
  <p:tag name="KSO_WM_UNIT_TYPE" val="i"/>
  <p:tag name="KSO_WM_UNIT_INDEX" val="2"/>
</p:tagLst>
</file>

<file path=ppt/tags/tag14.xml><?xml version="1.0" encoding="utf-8"?>
<p:tagLst xmlns:p="http://schemas.openxmlformats.org/presentationml/2006/main">
  <p:tag name="KSO_WM_BEAUTIFY_FLAG" val=""/>
  <p:tag name="KSO_WM_UNIT_HIGHLIGHT" val="0"/>
  <p:tag name="KSO_WM_UNIT_COMPATIBLE" val="0"/>
  <p:tag name="KSO_WM_UNIT_DIAGRAM_ISNUMVISUAL" val="0"/>
  <p:tag name="KSO_WM_UNIT_DIAGRAM_ISREFERUNIT" val="0"/>
  <p:tag name="KSO_WM_UNIT_ID" val="_1*i*3"/>
  <p:tag name="KSO_WM_UNIT_LAYERLEVEL" val="1"/>
  <p:tag name="KSO_WM_TAG_VERSION" val="1.0"/>
  <p:tag name="KSO_WM_UNIT_TYPE" val="i"/>
  <p:tag name="KSO_WM_UNIT_INDEX" val="3"/>
</p:tagLst>
</file>

<file path=ppt/tags/tag15.xml><?xml version="1.0" encoding="utf-8"?>
<p:tagLst xmlns:p="http://schemas.openxmlformats.org/presentationml/2006/main">
  <p:tag name="KSO_WM_BEAUTIFY_FLAG" val=""/>
  <p:tag name="KSO_WM_UNIT_HIGHLIGHT" val="0"/>
  <p:tag name="KSO_WM_UNIT_COMPATIBLE" val="0"/>
  <p:tag name="KSO_WM_UNIT_DIAGRAM_ISNUMVISUAL" val="0"/>
  <p:tag name="KSO_WM_UNIT_DIAGRAM_ISREFERUNIT" val="0"/>
  <p:tag name="KSO_WM_UNIT_ID" val="_1*i*4"/>
  <p:tag name="KSO_WM_UNIT_LAYERLEVEL" val="1"/>
  <p:tag name="KSO_WM_TAG_VERSION" val="1.0"/>
  <p:tag name="KSO_WM_UNIT_TYPE" val="i"/>
  <p:tag name="KSO_WM_UNIT_INDEX" val="4"/>
</p:tagLst>
</file>

<file path=ppt/tags/tag16.xml><?xml version="1.0" encoding="utf-8"?>
<p:tagLst xmlns:p="http://schemas.openxmlformats.org/presentationml/2006/main">
  <p:tag name="KSO_WM_BEAUTIFY_FLAG" val=""/>
  <p:tag name="KSO_WM_UNIT_HIGHLIGHT" val="0"/>
  <p:tag name="KSO_WM_UNIT_COMPATIBLE" val="0"/>
  <p:tag name="KSO_WM_UNIT_DIAGRAM_ISNUMVISUAL" val="0"/>
  <p:tag name="KSO_WM_UNIT_DIAGRAM_ISREFERUNIT" val="0"/>
  <p:tag name="KSO_WM_UNIT_ID" val="_1*i*5"/>
  <p:tag name="KSO_WM_UNIT_LAYERLEVEL" val="1"/>
  <p:tag name="KSO_WM_TAG_VERSION" val="1.0"/>
  <p:tag name="KSO_WM_UNIT_TYPE" val="i"/>
  <p:tag name="KSO_WM_UNIT_INDEX" val="5"/>
</p:tagLst>
</file>

<file path=ppt/tags/tag17.xml><?xml version="1.0" encoding="utf-8"?>
<p:tagLst xmlns:p="http://schemas.openxmlformats.org/presentationml/2006/main">
  <p:tag name="KSO_WM_BEAUTIFY_FLAG" val=""/>
  <p:tag name="KSO_WM_UNIT_HIGHLIGHT" val="0"/>
  <p:tag name="KSO_WM_UNIT_COMPATIBLE" val="0"/>
  <p:tag name="KSO_WM_UNIT_DIAGRAM_ISNUMVISUAL" val="0"/>
  <p:tag name="KSO_WM_UNIT_DIAGRAM_ISREFERUNIT" val="0"/>
  <p:tag name="KSO_WM_UNIT_ID" val="_1*i*6"/>
  <p:tag name="KSO_WM_UNIT_LAYERLEVEL" val="1"/>
  <p:tag name="KSO_WM_TAG_VERSION" val="1.0"/>
  <p:tag name="KSO_WM_UNIT_TYPE" val="i"/>
  <p:tag name="KSO_WM_UNIT_INDEX" val="6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8"/>
  <p:tag name="KSO_WM_UNIT_LAYERLEVEL" val="1"/>
  <p:tag name="KSO_WM_TAG_VERSION" val="1.0"/>
  <p:tag name="KSO_WM_BEAUTIFY_FLAG" val=""/>
  <p:tag name="KSO_WM_UNIT_TYPE" val="i"/>
  <p:tag name="KSO_WM_UNIT_INDEX" val="18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9"/>
  <p:tag name="KSO_WM_UNIT_LAYERLEVEL" val="1"/>
  <p:tag name="KSO_WM_TAG_VERSION" val="1.0"/>
  <p:tag name="KSO_WM_BEAUTIFY_FLAG" val=""/>
  <p:tag name="KSO_WM_UNIT_TYPE" val="i"/>
  <p:tag name="KSO_WM_UNIT_INDEX" val="19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0"/>
  <p:tag name="KSO_WM_UNIT_LAYERLEVEL" val="1"/>
  <p:tag name="KSO_WM_TAG_VERSION" val="1.0"/>
  <p:tag name="KSO_WM_BEAUTIFY_FLAG" val=""/>
  <p:tag name="KSO_WM_UNIT_TYPE" val="i"/>
  <p:tag name="KSO_WM_UNIT_INDEX" val="20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1"/>
  <p:tag name="KSO_WM_UNIT_LAYERLEVEL" val="1"/>
  <p:tag name="KSO_WM_TAG_VERSION" val="1.0"/>
  <p:tag name="KSO_WM_BEAUTIFY_FLAG" val=""/>
  <p:tag name="KSO_WM_UNIT_TYPE" val="i"/>
  <p:tag name="KSO_WM_UNIT_INDEX" val="21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2"/>
  <p:tag name="KSO_WM_UNIT_LAYERLEVEL" val="1"/>
  <p:tag name="KSO_WM_TAG_VERSION" val="1.0"/>
  <p:tag name="KSO_WM_BEAUTIFY_FLAG" val=""/>
  <p:tag name="KSO_WM_UNIT_TYPE" val="i"/>
  <p:tag name="KSO_WM_UNIT_INDEX" val="22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6"/>
  <p:tag name="KSO_WM_UNIT_LAYERLEVEL" val="1"/>
  <p:tag name="KSO_WM_TAG_VERSION" val="1.0"/>
  <p:tag name="KSO_WM_BEAUTIFY_FLAG" val=""/>
  <p:tag name="KSO_WM_UNIT_TYPE" val="i"/>
  <p:tag name="KSO_WM_UNIT_INDEX" val="16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7"/>
  <p:tag name="KSO_WM_UNIT_LAYERLEVEL" val="1"/>
  <p:tag name="KSO_WM_TAG_VERSION" val="1.0"/>
  <p:tag name="KSO_WM_BEAUTIFY_FLAG" val="#wm#"/>
  <p:tag name="KSO_WM_UNIT_TYPE" val="i"/>
  <p:tag name="KSO_WM_UNIT_INDEX" val="7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"/>
  <p:tag name="KSO_WM_UNIT_LAYERLEVEL" val="1"/>
  <p:tag name="KSO_WM_TAG_VERSION" val="1.0"/>
  <p:tag name="KSO_WM_BEAUTIFY_FLAG" val=""/>
  <p:tag name="KSO_WM_UNIT_TYPE" val="i"/>
  <p:tag name="KSO_WM_UNIT_INDEX" val="1"/>
</p:tagLst>
</file>

<file path=ppt/tags/tag26.xml><?xml version="1.0" encoding="utf-8"?>
<p:tagLst xmlns:p="http://schemas.openxmlformats.org/presentationml/2006/main">
  <p:tag name="KSO_WM_BEAUTIFY_FLAG" val=""/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1.0"/>
  <p:tag name="KSO_WM_UNIT_TYPE" val="i"/>
  <p:tag name="KSO_WM_UNIT_INDEX" val="2"/>
</p:tagLst>
</file>

<file path=ppt/tags/tag27.xml><?xml version="1.0" encoding="utf-8"?>
<p:tagLst xmlns:p="http://schemas.openxmlformats.org/presentationml/2006/main">
  <p:tag name="KSO_WM_BEAUTIFY_FLAG" val=""/>
  <p:tag name="KSO_WM_UNIT_HIGHLIGHT" val="0"/>
  <p:tag name="KSO_WM_UNIT_COMPATIBLE" val="0"/>
  <p:tag name="KSO_WM_UNIT_DIAGRAM_ISNUMVISUAL" val="0"/>
  <p:tag name="KSO_WM_UNIT_DIAGRAM_ISREFERUNIT" val="0"/>
  <p:tag name="KSO_WM_UNIT_ID" val="_1*i*3"/>
  <p:tag name="KSO_WM_UNIT_LAYERLEVEL" val="1"/>
  <p:tag name="KSO_WM_TAG_VERSION" val="1.0"/>
  <p:tag name="KSO_WM_UNIT_TYPE" val="i"/>
  <p:tag name="KSO_WM_UNIT_INDEX" val="3"/>
</p:tagLst>
</file>

<file path=ppt/tags/tag28.xml><?xml version="1.0" encoding="utf-8"?>
<p:tagLst xmlns:p="http://schemas.openxmlformats.org/presentationml/2006/main">
  <p:tag name="KSO_WM_BEAUTIFY_FLAG" val=""/>
  <p:tag name="KSO_WM_UNIT_HIGHLIGHT" val="0"/>
  <p:tag name="KSO_WM_UNIT_COMPATIBLE" val="0"/>
  <p:tag name="KSO_WM_UNIT_DIAGRAM_ISNUMVISUAL" val="0"/>
  <p:tag name="KSO_WM_UNIT_DIAGRAM_ISREFERUNIT" val="0"/>
  <p:tag name="KSO_WM_UNIT_ID" val="_1*i*4"/>
  <p:tag name="KSO_WM_UNIT_LAYERLEVEL" val="1"/>
  <p:tag name="KSO_WM_TAG_VERSION" val="1.0"/>
  <p:tag name="KSO_WM_UNIT_TYPE" val="i"/>
  <p:tag name="KSO_WM_UNIT_INDEX" val="4"/>
</p:tagLst>
</file>

<file path=ppt/tags/tag29.xml><?xml version="1.0" encoding="utf-8"?>
<p:tagLst xmlns:p="http://schemas.openxmlformats.org/presentationml/2006/main">
  <p:tag name="KSO_WM_BEAUTIFY_FLAG" val=""/>
  <p:tag name="KSO_WM_UNIT_HIGHLIGHT" val="0"/>
  <p:tag name="KSO_WM_UNIT_COMPATIBLE" val="0"/>
  <p:tag name="KSO_WM_UNIT_DIAGRAM_ISNUMVISUAL" val="0"/>
  <p:tag name="KSO_WM_UNIT_DIAGRAM_ISREFERUNIT" val="0"/>
  <p:tag name="KSO_WM_UNIT_ID" val="_1*i*5"/>
  <p:tag name="KSO_WM_UNIT_LAYERLEVEL" val="1"/>
  <p:tag name="KSO_WM_TAG_VERSION" val="1.0"/>
  <p:tag name="KSO_WM_UNIT_TYPE" val="i"/>
  <p:tag name="KSO_WM_UNIT_INDEX" val="5"/>
</p:tagLst>
</file>

<file path=ppt/tags/tag30.xml><?xml version="1.0" encoding="utf-8"?>
<p:tagLst xmlns:p="http://schemas.openxmlformats.org/presentationml/2006/main">
  <p:tag name="KSO_WM_BEAUTIFY_FLAG" val=""/>
  <p:tag name="KSO_WM_UNIT_HIGHLIGHT" val="0"/>
  <p:tag name="KSO_WM_UNIT_COMPATIBLE" val="0"/>
  <p:tag name="KSO_WM_UNIT_DIAGRAM_ISNUMVISUAL" val="0"/>
  <p:tag name="KSO_WM_UNIT_DIAGRAM_ISREFERUNIT" val="0"/>
  <p:tag name="KSO_WM_UNIT_ID" val="_1*i*6"/>
  <p:tag name="KSO_WM_UNIT_LAYERLEVEL" val="1"/>
  <p:tag name="KSO_WM_TAG_VERSION" val="1.0"/>
  <p:tag name="KSO_WM_UNIT_TYPE" val="i"/>
  <p:tag name="KSO_WM_UNIT_INDEX" val="6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7"/>
  <p:tag name="KSO_WM_UNIT_LAYERLEVEL" val="1"/>
  <p:tag name="KSO_WM_TAG_VERSION" val="1.0"/>
  <p:tag name="KSO_WM_BEAUTIFY_FLAG" val="#wm#"/>
  <p:tag name="KSO_WM_UNIT_TYPE" val="i"/>
  <p:tag name="KSO_WM_UNIT_INDEX" val="7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8"/>
  <p:tag name="KSO_WM_UNIT_LAYERLEVEL" val="1"/>
  <p:tag name="KSO_WM_TAG_VERSION" val="1.0"/>
  <p:tag name="KSO_WM_BEAUTIFY_FLAG" val=""/>
  <p:tag name="KSO_WM_UNIT_TYPE" val="i"/>
  <p:tag name="KSO_WM_UNIT_INDEX" val="18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9"/>
  <p:tag name="KSO_WM_UNIT_LAYERLEVEL" val="1"/>
  <p:tag name="KSO_WM_TAG_VERSION" val="1.0"/>
  <p:tag name="KSO_WM_BEAUTIFY_FLAG" val=""/>
  <p:tag name="KSO_WM_UNIT_TYPE" val="i"/>
  <p:tag name="KSO_WM_UNIT_INDEX" val="19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0"/>
  <p:tag name="KSO_WM_UNIT_LAYERLEVEL" val="1"/>
  <p:tag name="KSO_WM_TAG_VERSION" val="1.0"/>
  <p:tag name="KSO_WM_BEAUTIFY_FLAG" val=""/>
  <p:tag name="KSO_WM_UNIT_TYPE" val="i"/>
  <p:tag name="KSO_WM_UNIT_INDEX" val="20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1"/>
  <p:tag name="KSO_WM_UNIT_LAYERLEVEL" val="1"/>
  <p:tag name="KSO_WM_TAG_VERSION" val="1.0"/>
  <p:tag name="KSO_WM_BEAUTIFY_FLAG" val=""/>
  <p:tag name="KSO_WM_UNIT_TYPE" val="i"/>
  <p:tag name="KSO_WM_UNIT_INDEX" val="21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2"/>
  <p:tag name="KSO_WM_UNIT_LAYERLEVEL" val="1"/>
  <p:tag name="KSO_WM_TAG_VERSION" val="1.0"/>
  <p:tag name="KSO_WM_BEAUTIFY_FLAG" val=""/>
  <p:tag name="KSO_WM_UNIT_TYPE" val="i"/>
  <p:tag name="KSO_WM_UNIT_INDEX" val="22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6"/>
  <p:tag name="KSO_WM_UNIT_LAYERLEVEL" val="1"/>
  <p:tag name="KSO_WM_TAG_VERSION" val="1.0"/>
  <p:tag name="KSO_WM_BEAUTIFY_FLAG" val=""/>
  <p:tag name="KSO_WM_UNIT_TYPE" val="i"/>
  <p:tag name="KSO_WM_UNIT_INDEX" val="16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7"/>
  <p:tag name="KSO_WM_UNIT_LAYERLEVEL" val="1"/>
  <p:tag name="KSO_WM_TAG_VERSION" val="1.0"/>
  <p:tag name="KSO_WM_BEAUTIFY_FLAG" val="#wm#"/>
  <p:tag name="KSO_WM_UNIT_TYPE" val="i"/>
  <p:tag name="KSO_WM_UNIT_INDEX" val="7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"/>
  <p:tag name="KSO_WM_UNIT_LAYERLEVEL" val="1"/>
  <p:tag name="KSO_WM_TAG_VERSION" val="1.0"/>
  <p:tag name="KSO_WM_BEAUTIFY_FLAG" val=""/>
  <p:tag name="KSO_WM_UNIT_TYPE" val="i"/>
  <p:tag name="KSO_WM_UNIT_INDEX" val="1"/>
</p:tagLst>
</file>

<file path=ppt/tags/tag43.xml><?xml version="1.0" encoding="utf-8"?>
<p:tagLst xmlns:p="http://schemas.openxmlformats.org/presentationml/2006/main">
  <p:tag name="KSO_WM_BEAUTIFY_FLAG" val=""/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1.0"/>
  <p:tag name="KSO_WM_UNIT_TYPE" val="i"/>
  <p:tag name="KSO_WM_UNIT_INDEX" val="2"/>
</p:tagLst>
</file>

<file path=ppt/tags/tag44.xml><?xml version="1.0" encoding="utf-8"?>
<p:tagLst xmlns:p="http://schemas.openxmlformats.org/presentationml/2006/main">
  <p:tag name="KSO_WM_BEAUTIFY_FLAG" val=""/>
  <p:tag name="KSO_WM_UNIT_HIGHLIGHT" val="0"/>
  <p:tag name="KSO_WM_UNIT_COMPATIBLE" val="0"/>
  <p:tag name="KSO_WM_UNIT_DIAGRAM_ISNUMVISUAL" val="0"/>
  <p:tag name="KSO_WM_UNIT_DIAGRAM_ISREFERUNIT" val="0"/>
  <p:tag name="KSO_WM_UNIT_ID" val="_1*i*3"/>
  <p:tag name="KSO_WM_UNIT_LAYERLEVEL" val="1"/>
  <p:tag name="KSO_WM_TAG_VERSION" val="1.0"/>
  <p:tag name="KSO_WM_UNIT_TYPE" val="i"/>
  <p:tag name="KSO_WM_UNIT_INDEX" val="3"/>
</p:tagLst>
</file>

<file path=ppt/tags/tag45.xml><?xml version="1.0" encoding="utf-8"?>
<p:tagLst xmlns:p="http://schemas.openxmlformats.org/presentationml/2006/main">
  <p:tag name="KSO_WM_BEAUTIFY_FLAG" val=""/>
  <p:tag name="KSO_WM_UNIT_HIGHLIGHT" val="0"/>
  <p:tag name="KSO_WM_UNIT_COMPATIBLE" val="0"/>
  <p:tag name="KSO_WM_UNIT_DIAGRAM_ISNUMVISUAL" val="0"/>
  <p:tag name="KSO_WM_UNIT_DIAGRAM_ISREFERUNIT" val="0"/>
  <p:tag name="KSO_WM_UNIT_ID" val="_1*i*4"/>
  <p:tag name="KSO_WM_UNIT_LAYERLEVEL" val="1"/>
  <p:tag name="KSO_WM_TAG_VERSION" val="1.0"/>
  <p:tag name="KSO_WM_UNIT_TYPE" val="i"/>
  <p:tag name="KSO_WM_UNIT_INDEX" val="4"/>
</p:tagLst>
</file>

<file path=ppt/tags/tag46.xml><?xml version="1.0" encoding="utf-8"?>
<p:tagLst xmlns:p="http://schemas.openxmlformats.org/presentationml/2006/main">
  <p:tag name="KSO_WM_BEAUTIFY_FLAG" val=""/>
  <p:tag name="KSO_WM_UNIT_HIGHLIGHT" val="0"/>
  <p:tag name="KSO_WM_UNIT_COMPATIBLE" val="0"/>
  <p:tag name="KSO_WM_UNIT_DIAGRAM_ISNUMVISUAL" val="0"/>
  <p:tag name="KSO_WM_UNIT_DIAGRAM_ISREFERUNIT" val="0"/>
  <p:tag name="KSO_WM_UNIT_ID" val="_1*i*5"/>
  <p:tag name="KSO_WM_UNIT_LAYERLEVEL" val="1"/>
  <p:tag name="KSO_WM_TAG_VERSION" val="1.0"/>
  <p:tag name="KSO_WM_UNIT_TYPE" val="i"/>
  <p:tag name="KSO_WM_UNIT_INDEX" val="5"/>
</p:tagLst>
</file>

<file path=ppt/tags/tag47.xml><?xml version="1.0" encoding="utf-8"?>
<p:tagLst xmlns:p="http://schemas.openxmlformats.org/presentationml/2006/main">
  <p:tag name="KSO_WM_BEAUTIFY_FLAG" val=""/>
  <p:tag name="KSO_WM_UNIT_HIGHLIGHT" val="0"/>
  <p:tag name="KSO_WM_UNIT_COMPATIBLE" val="0"/>
  <p:tag name="KSO_WM_UNIT_DIAGRAM_ISNUMVISUAL" val="0"/>
  <p:tag name="KSO_WM_UNIT_DIAGRAM_ISREFERUNIT" val="0"/>
  <p:tag name="KSO_WM_UNIT_ID" val="_1*i*6"/>
  <p:tag name="KSO_WM_UNIT_LAYERLEVEL" val="1"/>
  <p:tag name="KSO_WM_TAG_VERSION" val="1.0"/>
  <p:tag name="KSO_WM_UNIT_TYPE" val="i"/>
  <p:tag name="KSO_WM_UNIT_INDEX" val="6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7"/>
  <p:tag name="KSO_WM_UNIT_LAYERLEVEL" val="1"/>
  <p:tag name="KSO_WM_TAG_VERSION" val="1.0"/>
  <p:tag name="KSO_WM_BEAUTIFY_FLAG" val="#wm#"/>
  <p:tag name="KSO_WM_UNIT_TYPE" val="i"/>
  <p:tag name="KSO_WM_UNIT_INDEX" val="7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8"/>
  <p:tag name="KSO_WM_UNIT_LAYERLEVEL" val="1"/>
  <p:tag name="KSO_WM_TAG_VERSION" val="1.0"/>
  <p:tag name="KSO_WM_BEAUTIFY_FLAG" val=""/>
  <p:tag name="KSO_WM_UNIT_TYPE" val="i"/>
  <p:tag name="KSO_WM_UNIT_INDEX" val="18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9"/>
  <p:tag name="KSO_WM_UNIT_LAYERLEVEL" val="1"/>
  <p:tag name="KSO_WM_TAG_VERSION" val="1.0"/>
  <p:tag name="KSO_WM_BEAUTIFY_FLAG" val=""/>
  <p:tag name="KSO_WM_UNIT_TYPE" val="i"/>
  <p:tag name="KSO_WM_UNIT_INDEX" val="19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0"/>
  <p:tag name="KSO_WM_UNIT_LAYERLEVEL" val="1"/>
  <p:tag name="KSO_WM_TAG_VERSION" val="1.0"/>
  <p:tag name="KSO_WM_BEAUTIFY_FLAG" val=""/>
  <p:tag name="KSO_WM_UNIT_TYPE" val="i"/>
  <p:tag name="KSO_WM_UNIT_INDEX" val="20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1"/>
  <p:tag name="KSO_WM_UNIT_LAYERLEVEL" val="1"/>
  <p:tag name="KSO_WM_TAG_VERSION" val="1.0"/>
  <p:tag name="KSO_WM_BEAUTIFY_FLAG" val=""/>
  <p:tag name="KSO_WM_UNIT_TYPE" val="i"/>
  <p:tag name="KSO_WM_UNIT_INDEX" val="21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2"/>
  <p:tag name="KSO_WM_UNIT_LAYERLEVEL" val="1"/>
  <p:tag name="KSO_WM_TAG_VERSION" val="1.0"/>
  <p:tag name="KSO_WM_BEAUTIFY_FLAG" val=""/>
  <p:tag name="KSO_WM_UNIT_TYPE" val="i"/>
  <p:tag name="KSO_WM_UNIT_INDEX" val="22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6"/>
  <p:tag name="KSO_WM_UNIT_LAYERLEVEL" val="1"/>
  <p:tag name="KSO_WM_TAG_VERSION" val="1.0"/>
  <p:tag name="KSO_WM_BEAUTIFY_FLAG" val=""/>
  <p:tag name="KSO_WM_UNIT_TYPE" val="i"/>
  <p:tag name="KSO_WM_UNIT_INDEX" val="16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7"/>
  <p:tag name="KSO_WM_UNIT_LAYERLEVEL" val="1"/>
  <p:tag name="KSO_WM_TAG_VERSION" val="1.0"/>
  <p:tag name="KSO_WM_BEAUTIFY_FLAG" val="#wm#"/>
  <p:tag name="KSO_WM_UNIT_TYPE" val="i"/>
  <p:tag name="KSO_WM_UNIT_INDEX" val="7"/>
</p:tagLst>
</file>

<file path=ppt/tags/tag57.xml><?xml version="1.0" encoding="utf-8"?>
<p:tagLst xmlns:p="http://schemas.openxmlformats.org/presentationml/2006/main">
  <p:tag name="KSO_WM_BEAUTIFY_FLAG" val="#wm#"/>
  <p:tag name="KSO_WM_TEMPLATE_CATEGORY" val="custom"/>
  <p:tag name="KSO_WM_TEMPLATE_INDEX" val="20230979"/>
</p:tagLst>
</file>

<file path=ppt/tags/tag58.xml><?xml version="1.0" encoding="utf-8"?>
<p:tagLst xmlns:p="http://schemas.openxmlformats.org/presentationml/2006/main">
  <p:tag name="KSO_WM_BEAUTIFY_FLAG" val=""/>
  <p:tag name="KSO_WM_DIAGRAM_VIRTUALLY_FRAME" val="{&quot;height&quot;:200.62897637795277,&quot;left&quot;:88.1,&quot;top&quot;:210.51330708661416,&quot;width&quot;:640.1000787401574}"/>
</p:tagLst>
</file>

<file path=ppt/tags/tag59.xml><?xml version="1.0" encoding="utf-8"?>
<p:tagLst xmlns:p="http://schemas.openxmlformats.org/presentationml/2006/main">
  <p:tag name="KSO_WM_BEAUTIFY_FLAG" val=""/>
  <p:tag name="KSO_WM_DIAGRAM_VIRTUALLY_FRAME" val="{&quot;height&quot;:200.62897637795277,&quot;left&quot;:88.1,&quot;top&quot;:210.51330708661416,&quot;width&quot;:640.1000787401574}"/>
</p:tagLst>
</file>

<file path=ppt/tags/tag60.xml><?xml version="1.0" encoding="utf-8"?>
<p:tagLst xmlns:p="http://schemas.openxmlformats.org/presentationml/2006/main">
  <p:tag name="KSO_WM_BEAUTIFY_FLAG" val=""/>
  <p:tag name="KSO_WM_DIAGRAM_VIRTUALLY_FRAME" val="{&quot;height&quot;:200.62897637795277,&quot;left&quot;:88.1,&quot;top&quot;:210.51330708661416,&quot;width&quot;:640.1000787401574}"/>
</p:tagLst>
</file>

<file path=ppt/tags/tag61.xml><?xml version="1.0" encoding="utf-8"?>
<p:tagLst xmlns:p="http://schemas.openxmlformats.org/presentationml/2006/main">
  <p:tag name="KSO_WM_BEAUTIFY_FLAG" val=""/>
  <p:tag name="KSO_WM_DIAGRAM_VIRTUALLY_FRAME" val="{&quot;height&quot;:200.62897637795277,&quot;left&quot;:88.1,&quot;top&quot;:210.51330708661416,&quot;width&quot;:640.1000787401574}"/>
</p:tagLst>
</file>

<file path=ppt/tags/tag62.xml><?xml version="1.0" encoding="utf-8"?>
<p:tagLst xmlns:p="http://schemas.openxmlformats.org/presentationml/2006/main">
  <p:tag name="KSO_WM_BEAUTIFY_FLAG" val=""/>
  <p:tag name="KSO_WM_DIAGRAM_VIRTUALLY_FRAME" val="{&quot;height&quot;:200.62897637795277,&quot;left&quot;:88.1,&quot;top&quot;:210.51330708661416,&quot;width&quot;:640.1000787401574}"/>
</p:tagLst>
</file>

<file path=ppt/tags/tag63.xml><?xml version="1.0" encoding="utf-8"?>
<p:tagLst xmlns:p="http://schemas.openxmlformats.org/presentationml/2006/main">
  <p:tag name="KSO_WM_BEAUTIFY_FLAG" val=""/>
  <p:tag name="KSO_WM_DIAGRAM_VIRTUALLY_FRAME" val="{&quot;height&quot;:200.62897637795277,&quot;left&quot;:88.1,&quot;top&quot;:210.51330708661416,&quot;width&quot;:640.1000787401574}"/>
</p:tagLst>
</file>

<file path=ppt/tags/tag64.xml><?xml version="1.0" encoding="utf-8"?>
<p:tagLst xmlns:p="http://schemas.openxmlformats.org/presentationml/2006/main">
  <p:tag name="KSO_WM_BEAUTIFY_FLAG" val=""/>
  <p:tag name="KSO_WM_DIAGRAM_VIRTUALLY_FRAME" val="{&quot;height&quot;:200.62897637795277,&quot;left&quot;:88.1,&quot;top&quot;:210.51330708661416,&quot;width&quot;:640.1000787401574}"/>
</p:tagLst>
</file>

<file path=ppt/tags/tag65.xml><?xml version="1.0" encoding="utf-8"?>
<p:tagLst xmlns:p="http://schemas.openxmlformats.org/presentationml/2006/main">
  <p:tag name="KSO_WM_BEAUTIFY_FLAG" val=""/>
  <p:tag name="KSO_WM_DIAGRAM_VIRTUALLY_FRAME" val="{&quot;height&quot;:200.62897637795277,&quot;left&quot;:88.1,&quot;top&quot;:210.51330708661416,&quot;width&quot;:640.1000787401574}"/>
</p:tagLst>
</file>

<file path=ppt/tags/tag66.xml><?xml version="1.0" encoding="utf-8"?>
<p:tagLst xmlns:p="http://schemas.openxmlformats.org/presentationml/2006/main">
  <p:tag name="KSO_WM_BEAUTIFY_FLAG" val=""/>
  <p:tag name="KSO_WM_DIAGRAM_VIRTUALLY_FRAME" val="{&quot;height&quot;:200.62897637795277,&quot;left&quot;:88.1,&quot;top&quot;:210.51330708661416,&quot;width&quot;:640.1000787401574}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30979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30979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30979"/>
</p:tagLst>
</file>

<file path=ppt/tags/tag76.xml><?xml version="1.0" encoding="utf-8"?>
<p:tagLst xmlns:p="http://schemas.openxmlformats.org/presentationml/2006/main">
  <p:tag name="KSO_WM_DIAGRAM_VIRTUALLY_FRAME" val="{&quot;height&quot;:205.45385826771653,&quot;left&quot;:259.1087401574803,&quot;top&quot;:245.4,&quot;width&quot;:668.443622047244}"/>
</p:tagLst>
</file>

<file path=ppt/tags/tag77.xml><?xml version="1.0" encoding="utf-8"?>
<p:tagLst xmlns:p="http://schemas.openxmlformats.org/presentationml/2006/main">
  <p:tag name="KSO_WM_DIAGRAM_VIRTUALLY_FRAME" val="{&quot;height&quot;:205.45385826771653,&quot;left&quot;:259.1087401574803,&quot;top&quot;:245.4,&quot;width&quot;:668.443622047244}"/>
</p:tagLst>
</file>

<file path=ppt/tags/tag78.xml><?xml version="1.0" encoding="utf-8"?>
<p:tagLst xmlns:p="http://schemas.openxmlformats.org/presentationml/2006/main">
  <p:tag name="KSO_WM_DIAGRAM_VIRTUALLY_FRAME" val="{&quot;height&quot;:205.45385826771653,&quot;left&quot;:259.1087401574803,&quot;top&quot;:245.4,&quot;width&quot;:668.443622047244}"/>
</p:tagLst>
</file>

<file path=ppt/tags/tag79.xml><?xml version="1.0" encoding="utf-8"?>
<p:tagLst xmlns:p="http://schemas.openxmlformats.org/presentationml/2006/main">
  <p:tag name="KSO_WM_DIAGRAM_VIRTUALLY_FRAME" val="{&quot;height&quot;:205.45385826771653,&quot;left&quot;:259.1087401574803,&quot;top&quot;:245.4,&quot;width&quot;:668.443622047244}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30979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#wm#"/>
  <p:tag name="KSO_WM_TEMPLATE_CATEGORY" val="custom"/>
  <p:tag name="KSO_WM_TEMPLATE_INDEX" val="20230979"/>
</p:tagLst>
</file>

<file path=ppt/tags/tag100.xml><?xml version="1.0" encoding="utf-8"?>
<p:tagLst xmlns:p="http://schemas.openxmlformats.org/presentationml/2006/main">
  <p:tag name="KSO_WPP_MARK_KEY" val="a3637bd5-370f-470c-a28a-93f0f9a9f311"/>
  <p:tag name="COMMONDATA" val="eyJoZGlkIjoiZDNmNGEyM2I2NWY5ODhjOWU2MDk4MGUwNDZkZTk2MjkifQ=="/>
</p:tagLst>
</file>

<file path=ppt/theme/theme1.xml><?xml version="1.0" encoding="utf-8"?>
<a:theme xmlns:a="http://schemas.openxmlformats.org/drawingml/2006/main" name="Office 主题​​">
  <a:themeElements>
    <a:clrScheme name="自定义 9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6E84A2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0">
      <a:majorFont>
        <a:latin typeface="方正宝黑体 简 Medium"/>
        <a:ea typeface="方正宝黑体 简 Medium"/>
        <a:cs typeface=""/>
      </a:majorFont>
      <a:minorFont>
        <a:latin typeface="方正宝黑体 简 Medium"/>
        <a:ea typeface="方正宝黑体 简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1871</Words>
  <Application>WPS 演示</Application>
  <PresentationFormat/>
  <Paragraphs>218</Paragraphs>
  <Slides>25</Slides>
  <Notes>27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42" baseType="lpstr">
      <vt:lpstr>Arial</vt:lpstr>
      <vt:lpstr>宋体</vt:lpstr>
      <vt:lpstr>Wingdings</vt:lpstr>
      <vt:lpstr>方正宝黑体 简 Medium</vt:lpstr>
      <vt:lpstr>等线</vt:lpstr>
      <vt:lpstr>Calibri</vt:lpstr>
      <vt:lpstr>汉仪中黑简</vt:lpstr>
      <vt:lpstr>思源黑体 CN Medium</vt:lpstr>
      <vt:lpstr>微软雅黑</vt:lpstr>
      <vt:lpstr>Arial Unicode MS</vt:lpstr>
      <vt:lpstr>Inter</vt:lpstr>
      <vt:lpstr>Segoe Print</vt:lpstr>
      <vt:lpstr>汉仪锐智简</vt:lpstr>
      <vt:lpstr>方正楷体_GB2312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revision>12</cp:revision>
  <dcterms:created xsi:type="dcterms:W3CDTF">2024-04-29T10:06:00Z</dcterms:created>
  <dcterms:modified xsi:type="dcterms:W3CDTF">2026-01-03T09:07:12Z</dcterms:modified>
</cp:coreProperties>
</file>